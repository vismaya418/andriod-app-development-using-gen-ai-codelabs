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.xml" ContentType="application/vnd.openxmlformats-officedocument.presentationml.notesSlide+xml"/>
  <Override PartName="/ppt/ink/ink10.xml" ContentType="application/inkml+xml"/>
  <Override PartName="/ppt/notesSlides/notesSlide3.xml" ContentType="application/vnd.openxmlformats-officedocument.presentationml.notesSlide+xml"/>
  <Override PartName="/ppt/ink/ink11.xml" ContentType="application/inkml+xml"/>
  <Override PartName="/ppt/notesSlides/notesSlide4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notesSlides/notesSlide5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notesSlides/notesSlide6.xml" ContentType="application/vnd.openxmlformats-officedocument.presentationml.notesSlide+xml"/>
  <Override PartName="/ppt/ink/ink16.xml" ContentType="application/inkml+xml"/>
  <Override PartName="/ppt/notesSlides/notesSlide7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8.xml" ContentType="application/vnd.openxmlformats-officedocument.presentationml.notesSlide+xml"/>
  <Override PartName="/ppt/ink/ink25.xml" ContentType="application/inkml+xml"/>
  <Override PartName="/ppt/notesSlides/notesSlide9.xml" ContentType="application/vnd.openxmlformats-officedocument.presentationml.notesSlide+xml"/>
  <Override PartName="/ppt/ink/ink26.xml" ContentType="application/inkml+xml"/>
  <Override PartName="/ppt/notesSlides/notesSlide10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7" r:id="rId3"/>
    <p:sldId id="266" r:id="rId4"/>
    <p:sldId id="258" r:id="rId5"/>
    <p:sldId id="260" r:id="rId6"/>
    <p:sldId id="259" r:id="rId7"/>
    <p:sldId id="265" r:id="rId8"/>
    <p:sldId id="261" r:id="rId9"/>
    <p:sldId id="262" r:id="rId10"/>
    <p:sldId id="263" r:id="rId11"/>
    <p:sldId id="264" r:id="rId12"/>
    <p:sldId id="269" r:id="rId13"/>
    <p:sldId id="271" r:id="rId14"/>
    <p:sldId id="268" r:id="rId15"/>
  </p:sldIdLst>
  <p:sldSz cx="14630400" cy="8229600"/>
  <p:notesSz cx="8229600" cy="14630400"/>
  <p:embeddedFontLst>
    <p:embeddedFont>
      <p:font typeface="Raleway" pitchFamily="2" charset="0"/>
      <p:regular r:id="rId17"/>
      <p:bold r:id="rId18"/>
      <p:italic r:id="rId19"/>
      <p:boldItalic r:id="rId20"/>
    </p:embeddedFont>
    <p:embeddedFont>
      <p:font typeface="Raleway Light" pitchFamily="2" charset="0"/>
      <p:regular r:id="rId21"/>
      <p: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Times New Roman Bold" panose="02020803070505020304" pitchFamily="18" charset="0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2DB819B-E281-47A0-B609-770481318B72}">
          <p14:sldIdLst>
            <p14:sldId id="256"/>
            <p14:sldId id="267"/>
            <p14:sldId id="266"/>
            <p14:sldId id="258"/>
            <p14:sldId id="260"/>
            <p14:sldId id="259"/>
            <p14:sldId id="265"/>
            <p14:sldId id="261"/>
            <p14:sldId id="262"/>
            <p14:sldId id="263"/>
            <p14:sldId id="264"/>
            <p14:sldId id="269"/>
            <p14:sldId id="271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394604-E7F5-496F-A4E9-1C07C0E44B26}" v="22" dt="2026-04-12T17:07:07.3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94" autoAdjust="0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8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0:45:48.4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0:46:00.5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1082 479 24575,'-3'3'0,"1"-1"0,-1 0 0,0-1 0,0 1 0,0 0 0,0-1 0,0 0 0,0 1 0,-1-1 0,1-1 0,0 1 0,0 0 0,-6-1 0,4 0 0,7-2 0,31-3 0,70-7 0,-49 4 0,100 0 0,-135 8 0,-1 2 0,1 0 0,0 1 0,-1 1 0,1 1 0,-1 0 0,-1 2 0,1 0 0,21 12 0,138 95 0,6 3 0,-48-47 0,-116-62 0,1-1 0,0-1 0,1-1 0,-1 0 0,26 1 0,96 5 0,195 25 0,-262-21 0,-41-7 0,1-1 0,0-2 0,50 1 0,-77-7 0,-1 0 0,0 0 0,0-1 0,1 0 0,-1 0 0,0 0 0,-1-1 0,1 0 0,0-1 0,-1 1 0,0-1 0,0 0 0,0-1 0,0 0 0,-1 0 0,6-5 0,6-11 0,0 0 0,27-45 0,-23 32 0,-10 17 0,16-25 0,1 0 0,3 2 0,1 1 0,45-42 0,-68 74 0,0 0 0,1 1 0,0 0 0,0 1 0,0 0 0,1 1 0,0 0 0,0 1 0,0 0 0,16-2 0,14 0 0,64 0 0,-62 4 0,-9 0 0,271 1 0,-295 0 0,0 1 0,0 1 0,0 0 0,0 0 0,14 6 0,-22-8 0,-1 0 0,0 1 0,1-1 0,-1 1 0,0 0 0,0-1 0,1 1 0,-1 0 0,0 0 0,0 0 0,0 0 0,0 0 0,0 0 0,0 0 0,0 0 0,-1 0 0,1 0 0,0 0 0,0 1 0,-1-1 0,1 0 0,-1 1 0,1-1 0,-1 0 0,0 1 0,1-1 0,-1 1 0,0-1 0,0 0 0,0 1 0,0-1 0,0 1 0,0-1 0,-1 0 0,1 1 0,0-1 0,-1 0 0,1 1 0,-1-1 0,1 0 0,-1 1 0,0-1 0,0 0 0,1 0 0,-1 0 0,-2 2 0,-3 4 0,1 0 0,-2 0 0,1-1 0,-1 0 0,0 0 0,0-1 0,0 0 0,-12 6 0,-71 30 0,78-36 0,-55 19 0,-1-2 0,-100 18 0,-149 9 0,-341-6 0,4-52 0,610 8 0,-639-24 0,656 24 0,-37-3 0,59 3 0,1 1 0,0-1 0,0 0 0,0 0 0,0 0 0,0-1 0,0 0 0,0 1 0,0-1 0,-4-3 0,8 5 0,0 0 0,0 0 0,0 0 0,0-1 0,-1 1 0,1 0 0,0 0 0,0 0 0,0 0 0,0-1 0,0 1 0,0 0 0,0 0 0,-1 0 0,1-1 0,0 1 0,0 0 0,0 0 0,0 0 0,0-1 0,0 1 0,0 0 0,0 0 0,0 0 0,0-1 0,0 1 0,0 0 0,0 0 0,0 0 0,0-1 0,0 1 0,0 0 0,1 0 0,-1 0 0,0-1 0,0 1 0,0 0 0,0 0 0,12-8 0,5 1 0,0 1 0,0 1 0,0 0 0,28-3 0,80-4 0,-82 10 0,992-18 0,-772 22 0,907 1 0,-1168-3 0,30 0 0,52-6 0,-70 2 0,-13 1 0,-30-3 0,-388-26 0,-902-129-2433,1016 119 1917,-827-120-2431,825 111 2133,94 0 652,195 46 162,1 0 0,0-1 0,0 0 0,-27-16 0,41 21 0,0 0 0,0 0 0,0 0 0,0 0 0,0 0 0,0 0 0,0 0 0,0 0 0,0 0 0,0 0 0,0-1 0,1 1 0,-1 0 0,0-2 0,1 2 0,0 0 0,0 1 0,0-1 0,0 0 0,0 1 0,0-1 0,0 0 0,0 1 0,1-1 0,-1 0 0,0 1 0,0-1 0,1 1 0,-1-1 0,0 1 0,1-1 0,-1 0 0,0 1 0,1-1 0,-1 1 0,1-1 0,-1 1 0,1 0 0,0-1 0,7-3 0,-1 1 0,1 0 0,-1 0 0,1 0 0,0 1 0,0 1 0,0-1 0,8 1 0,149-12 0,78 7 0,74 6 164,985 58 2464,-8 120-2179,-899-84-1406,-346-78 957,-42-10 21,-14-2 122,-20-1 231,0-1 0,-39-2 1,32 0-194,-1122 16 1550,2 61-342,1110-73-1389,-12 1 0,0 3 0,-90 23 0,144-30 0,0-1 0,0 1 0,0-1 0,1 1 0,-1-1 0,0 1 0,0 0 0,0 0 0,1 0 0,-1 0 0,1 0 0,-1 1 0,1-1 0,-2 2 0,8 3 0,14 0 0,23 0 0,77 1 0,-106-7 0,1094 4-2077,-672-7 1205,-137 2-933,-424 1 1628,-77 0 177,-842 0-865,-85 0 3814,1126 0-2833,0-1 0,1 1 0,-1 0 0,0 1 0,1-1 0,-1 1 0,1-1 0,-1 1 0,0 0 0,1 0 1,0 0-1,-1 1 0,1 0 0,0-1 0,-1 1 0,1 0 0,0 0 0,1 1 0,-1-1 0,0 0 0,-3 5 0,-1 0-97,1-1-1,-1 0 1,-1-1 0,1 0-1,-1 0 1,0 0-1,0-1 1,0 0-1,-1-1 1,1 0-1,-1 0 1,0-1 0,0 0-1,-15 1 1,-16 1-13,0-2 0,-41-4 0,44 1-9,-323-2 3,358 3 0,-1 0 0,0 0 0,0 0 0,0 0 0,0-1 0,0 0 0,1 1 0,-1-1 0,-4-2 0,7 3 0,0 0 0,-1 0 0,1-1 0,0 1 0,0 0 0,0 0 0,0 0 0,0 0 0,-1 0 0,1-1 0,0 1 0,0 0 0,0 0 0,0 0 0,0 0 0,0-1 0,0 1 0,0 0 0,0 0 0,0 0 0,0-1 0,0 1 0,0 0 0,0 0 0,0 0 0,0 0 0,0-1 0,0 1 0,0 0 0,0 0 0,0 0 0,0-1 0,0 1 0,0 0 0,0 0 0,0 0 0,0 0 0,1-1 0,-1 1 0,0 0 0,0 0 0,0 0 0,0 0 0,0 0 0,1-1 0,20-9 0,11 1 0,1 1 0,-1 2 0,48-3 0,109 3 0,-139 5 0,316 1 0,-314-3 0,1-2 0,-1-3 0,85-24 0,-35 7 0,-48 15 0,59-16 0,-111 26 0,-1 0 0,0 0 0,1-1 0,-1 1 0,0-1 0,1 1 0,-1-1 0,0 1 0,1-1 0,-1 0 0,0 0 0,0 0 0,0 1 0,0-1 0,0 0 0,0 0 0,0 0 0,1-3 0,-2 3 0,0 1 0,-1-1 0,0 0 0,1 0 0,-1 0 0,1 0 0,-1 1 0,0-1 0,0 0 0,1 1 0,-1-1 0,0 1 0,0-1 0,0 1 0,0-1 0,0 1 0,0-1 0,1 1 0,-1 0 0,0-1 0,0 1 0,0 0 0,0 0 0,-2 0 0,-48-9 0,-1 2 0,1 2 0,-93 4 0,69 2 0,-13-3 0,-185 7 0,251-3 0,0 2 0,1 1 0,-1 1 0,1 0 0,-28 14 0,-95 54 0,99-48 0,-5 2 0,-59 30 0,105-56 0,-1 0 0,1 0 0,-1-1 0,1 1 0,-1-1 0,1 0 0,-1-1 0,0 1 0,1-1 0,-1 0 0,0 0 0,1 0 0,-1 0 0,0-1 0,1 0 0,-1 0 0,-6-3 0,7 2 0,1 0 0,0 0 0,-1 0 0,1-1 0,0 0 0,1 1 0,-1-1 0,0 0 0,1-1 0,0 1 0,0 0 0,0-1 0,0 1 0,0-1 0,1 1 0,-1-1 0,1 0 0,0 0 0,0 0 0,0-6 0,-1-1 0,1-1 0,0 0 0,1 0 0,0 0 0,1 0 0,1 0 0,0 0 0,0 0 0,1 0 0,1 1 0,0-1 0,0 1 0,1 0 0,1 1 0,0-1 0,0 1 0,1 0 0,0 0 0,0 1 0,2 0 0,11-10 0,-7 7 0,1 1 0,1 0 0,0 1 0,0 1 0,1 0 0,0 1 0,0 1 0,1 0 0,0 2 0,0 0 0,1 0 0,-1 2 0,36-3 0,-19 5 0,0 1 0,1 2 0,52 10 0,-66-8 0,-1 2 0,1 0 0,-1 1 0,0 2 0,-1 0 0,35 21 0,-49-27 0,-1 0 0,0 0 0,0 0 0,0 1 0,0-1 0,0 1 0,-1 0 0,0 0 0,0 0 0,0 1 0,0-1 0,0 1 0,-1-1 0,0 1 0,0 0 0,0 0 0,-1 0 0,0 0 0,0 0 0,1 9 0,-2-7 0,-1 0 0,0 0 0,0 1 0,-1-1 0,1 0 0,-1-1 0,-1 1 0,0 0 0,0-1 0,0 1 0,-1-1 0,1 0 0,-1 0 0,-7 7 0,-16 19 0,-44 59 0,63-80 0,1 1 0,0 0 0,1 1 0,0 0 0,-8 26 0,13-36 0,1 0 0,-1 0 0,1 0 0,0 1 0,0-1 0,0 0 0,0 0 0,0 0 0,1 0 0,-1 0 0,1 0 0,0 0 0,0 0 0,0 0 0,3 5 0,-1-3 0,1 0 0,-1 0 0,1-1 0,0 0 0,0 1 0,0-2 0,1 1 0,4 3 0,10 5 0,0-2 0,1 0 0,31 11 0,-45-18 0,40 13 0,2-2 0,0-2 0,0-2 0,94 6 0,205-14 0,-336-3 0,44 3 0,82 11 0,23 2 0,607-13 0,-379-4 0,1051 2 0,-1434 0 0,-1 0 0,1 0 0,0 0 0,-1 0 0,1-1 0,-1 0 0,1 0 0,-1 0 0,0 0 0,1-1 0,-1 1 0,0-1 0,0 0 0,0-1 0,0 1 0,0-1 0,-1 1 0,1-1 0,-1 0 0,0-1 0,1 1 0,-2 0 0,1-1 0,0 0 0,-1 0 0,1 1 0,-1-2 0,0 1 0,0 0 0,-1 0 0,2-6 0,6-18 0,-2 0 0,-1-1 0,-1 0 0,2-48 0,-9-124 0,-1 107 0,3 74 0,0 9 0,0 0 0,0 0 0,-1 1 0,-5-21 0,5 27 0,-1 1 0,1-1 0,-1 1 0,0-1 0,0 1 0,0 0 0,0 0 0,-1 0 0,1 0 0,-1 0 0,0 0 0,1 1 0,-1-1 0,-1 1 0,1 0 0,0 0 0,-7-3 0,-8-3 0,-1 1 0,0 1 0,0 1 0,-1 1 0,0 0 0,0 2 0,0 0 0,-27 1 0,1 3 0,1 2 0,-69 15 0,100-17 0,9-1 0,-1 0 0,0 0 0,0 1 0,1-1 0,-1 1 0,1 0 0,0 1 0,-1-1 0,-4 5 0,10-5 0,1 1 0,0 0 0,-1-1 0,1 1 0,0-1 0,0 1 0,1-1 0,-1 1 0,1-1 0,-1 0 0,1 0 0,3 4 0,2 5 0,0 4 0,0 1 0,-2 1 0,0-1 0,-1 1 0,0 0 0,1 20 0,2 108 0,-7-107 0,0 323 0,0-351 0,0-1 0,0-1 0,-1 1 0,0-1 0,-2 12 0,2-18 0,1-1 0,-1 1 0,1 0 0,-1-1 0,1 1 0,-1-1 0,0 1 0,0-1 0,0 1 0,0-1 0,0 1 0,0-1 0,-1 0 0,1 0 0,0 0 0,-1 1 0,1-1 0,-1 0 0,1-1 0,-1 1 0,1 0 0,-1 0 0,1-1 0,-1 1 0,0-1 0,1 1 0,-4-1 0,-1 1 0,-1-2 0,0 1 0,0-1 0,0 0 0,0 0 0,1-1 0,-1 0 0,1 0 0,-11-5 0,-57-33 0,59 31 0,-114-75 0,79 49 0,-1 2 0,-59-28 0,58 40 0,0 2 0,-2 2 0,-70-12 0,-173-15 0,196 31 0,57 8 0,-590-101 0,599 95 0,32 7 0,11 1 0,14-1 0,0 2 0,39 1 0,-27 1 0,792 0 0,-305 2 0,-508-2 0,1 0 0,-1-2 0,0 1 0,0-2 0,0 1 0,22-10 0,-28 10 0,-1-1 0,0-1 0,1 1 0,-1-1 0,-1 0 0,1 0 0,-1-1 0,1 0 0,-1 0 0,-1 0 0,1 0 0,-1-1 0,0 0 0,5-9 0,-7 13 0,-1 0 0,0 0 0,-1 0 0,1-1 0,0 1 0,-1 0 0,1-1 0,-1 1 0,1-1 0,-1 1 0,0 0 0,0-1 0,0 1 0,-1-1 0,1 1 0,-1 0 0,1-1 0,-1 1 0,-1-4 0,0 2 0,-1 0 0,1 0 0,-1 0 0,0 1 0,0-1 0,0 0 0,-1 1 0,1 0 0,-7-4 0,-8-5 0,-1 1 0,0 0 0,-32-10 0,45 18 0,-59-21 0,-2 2 0,-109-19 0,-146-7 0,301 45 0,-391-43 0,-4 31 0,414 15 0,0-1 0,0 1 0,1 0 0,-1 1 0,0-1 0,0 0 0,0 0 0,1 1 0,-1-1 0,0 1 0,0 0 0,1-1 0,-1 1 0,1 0 0,-1 0 0,0 0 0,1 0 0,0 0 0,-2 2 0,2-2 0,1 0 0,-1 0 0,1 0 0,0 0 0,-1 1 0,1-1 0,0 0 0,0 0 0,0 0 0,0 0 0,0 1 0,0-1 0,0 0 0,0 0 0,0 0 0,1 0 0,-1 0 0,0 1 0,1-1 0,-1 0 0,1 0 0,0 1 0,3 4 0,0 0 0,0 0 0,0 0 0,1-1 0,0 0 0,0 0 0,0 0 0,1-1 0,9 7 0,15 5 0,2-2 0,0-1 0,0-1 0,68 15 0,598 113 0,-73-17 0,-579-113 0,89 34 0,-123-39 0,1 1 0,-1 0 0,0 1 0,-1 1 0,1-1 0,-1 2 0,-1 0 0,0 0 0,0 0 0,-1 2 0,9 10 0,-16-17 0,1-1 0,-1 1 0,1 0 0,-1 0 0,0 0 0,-1 0 0,1 0 0,-1 1 0,0-1 0,0 0 0,0 1 0,0-1 0,-1 1 0,0 4 0,0-6 0,-1 1 0,0-1 0,0 0 0,0 1 0,-1-1 0,1 0 0,-1 0 0,0 0 0,0 0 0,0 0 0,0 0 0,0-1 0,0 1 0,-1-1 0,1 1 0,-1-1 0,0 0 0,-5 3 0,-11 6 0,0 0 0,0-2 0,-1 0 0,-1-2 0,1 0 0,-22 4 0,-136 19 0,154-26 0,-137 12 0,-257-7 0,403-10-455,1 2 0,-26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3:31:29.4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1921 295 24575,'22'1'0,"0"1"0,0 1 0,28 8 0,-5-2 0,-7-1 0,465 84 0,8-34 0,-345-48 0,167-12 0,-441 1 0,27-1 0,-1061 51-164,647 16-1022,110-12 562,165-35 624,155-13 0,241-4 164,22-4 655,1333-114-2218,2-88-3085,-506 45 3533,-917 142 951,-105 17 0,1 0 0,-1 0 0,-1 0 0,1-1 0,0 0 0,5-2 0,-10 4 0,0 0 0,0 0 0,0 0 0,0-1 0,0 1 0,0 0 0,1 0 0,-1 0 0,0 0 0,0 0 0,0 0 0,0 0 0,0-1 0,0 1 0,0 0 0,0 0 0,0 0 0,0 0 0,0 0 0,0-1 0,0 1 0,0 0 0,0 0 0,0 0 0,0 0 0,0 0 0,0-1 0,0 1 0,0 0 0,0 0 0,0 0 0,0 0 0,0 0 0,0-1 0,0 1 0,0 0 0,0 0 0,0 0 0,0 0 0,-1 0 0,1 0 0,0 0 0,0-1 0,0 1 0,0 0 0,0 0 0,0 0 0,0 0 0,-1 0 0,1 0 0,0 0 0,0 0 0,0 0 0,-1 0 0,-20-6 0,-32 0 317,-80 2 0,80 3 32,-184-1 634,-75 2 0,-66 0 0,-565 2-647,-1227-1-460,4681-1 394,-2447 0-239,5-1 445,129 14 0,-163-4 65,-35-9-534,0 0 1,1 0 0,-1 0 0,0 1 0,0-1 0,1 0 0,-1 0 0,0 0 0,1 0 0,-1 0 0,0 0 0,0 1 0,1-1-1,-1 0 1,0 0 0,0 0 0,0 1 0,1-1 0,-1 0 0,0 0 0,0 1 0,0-1 0,0 0 0,1 0 0,-1 1 0,0-1-1,0 0 1,0 1 0,0-1 0,0 0 0,0 0 0,0 1 0,0-1 0,0 0 0,0 1 0,0-1 0,0 0 0,0 0 0,0 1-1,0-1 1,0 0 0,0 1 0,-1-1 0,-3 3 17,0 0 0,-1-1-1,0 0 1,0 0 0,1 0-1,-1-1 1,0 1 0,0-1-1,-8 1 1,-147 22 5,-110 13-193,-106 16-657,-90 14-163,-1527 211-2949,1619-228 2949,96-9 0,117-10 325,119-18 969,43-13-308,-1 0 0,0 0 0,0 0 1,0 0-1,0 0 0,1 0 0,-1 0 0,0 0 0,0 0 1,0 0-1,1 0 0,-1 0 0,0 0 0,0 0 1,0 1-1,1-1 0,-1 0 0,0 0 0,0 0 0,0 0 1,1 0-1,-1 0 0,0 0 0,0 1 0,0-1 0,0 0 1,0 0-1,0 0 0,1 0 0,-1 0 0,0 1 1,0-1-1,0 0 0,0 0 0,0 0 0,0 1 0,0-1 1,0 0-1,0 0 0,0 0 0,0 1 0,0-1 1,0 0-1,0 0 0,0 0 0,0 1 0,0-1 0,0 0 1,0 0-1,0 0 0,0 1 0,0-1 0,0 0 0,0 0 1,0 0-1,0 0 0,-1 1 0,1-1 0,0 0 1,0 0-1,0 0 0,0 0 0,0 0 0,-1 1 0,1-1 1,0 0-1,0 0 0,0 0 0,-1 0 0,20 3 33,-1 0 0,25-1 0,167 3-36,109-5-111,84-7-335,707-51 317,1-36 251,-1014 86-99,-2-1-43,1001-109-1654,-1053 112 1721,-29 5 70,0 0 0,0-1 0,0-1 0,-1 0 0,0-1 0,1 0 0,22-12 0,-36 16-106,0 0 0,1 0 0,-1 0-1,0 0 1,0 0 0,0 0 0,0 0 0,1 0 0,-1 0 0,0 0 0,0-1 0,0 1 0,0 0 0,0 0 0,1 0 0,-1 0-1,0 0 1,0-1 0,0 1 0,0 0 0,0 0 0,0 0 0,0 0 0,0-1 0,0 1 0,0 0 0,0 0 0,0 0 0,0 0-1,0-1 1,0 1 0,0 0 0,0 0 0,0 0 0,0-1 0,0 1 0,0 0 0,0 0 0,0 0 0,0 0 0,0-1-1,0 1 1,0 0 0,0 0 0,-15-6 481,-28 0 46,0 2 0,-66 3 0,38 1-186,-189-2 631,-85 2 0,-409 0 516,-1037 5-1580,1568 1 81,188-5 0,-36 5 0,65-3 0,10 0 0,30 4 0,148 12 0,132 7 0,108 2-164,1382 34-1814,-585-64 3420,-1072-1 1483,-909 6-883,-365 40-4213,1115-42 2119,-70 4-891,-155 28 1,208-22 365,29-10 572,0-1 1,0 0 0,0 0-1,0 1 1,0-1-1,0 0 1,0 0-1,0 1 1,0-1 0,0 0-1,0 0 1,0 1-1,0-1 1,0 0-1,0 0 1,0 1-1,0-1 1,0 0 0,0 0-1,0 1 1,0-1-1,1 0 1,-1 0-1,0 0 1,0 1 0,0-1-1,0 0 1,1 0-1,-1 0 1,0 1-1,0-1 1,0 0-1,1 0 1,-1 0 0,0 0-1,0 0 1,0 1-1,1-1 1,-1 0-1,0 0 1,0 0 0,1 0-1,-1 0 1,0 0-1,0 0 1,1 0-1,-1 0 1,1 0 0,59 10-41,449 5 17,-367-15-83,108 1-30,1091-18-415,-818-37 2522,-455 40-983,-59 9-500,-17-1-53,-20-1-277,-1 0 1,0 2-1,-51-3 1,32 3-139,-169-13-15,-71 1-51,-71 3-154,-1792-4-1922,2088 18 2127,131 1 0,130-1 0,112-6 0,730-66-2244,2-47-295,-922 103 2248,-78 8 258,-42 8 33,0 0 0,0 0 0,0 0 0,0 0 0,0 0 1,0 0-1,0 0 0,0 0 0,0 0 0,0 0 0,0 0 0,-1 0 0,1 0 0,0-1 0,0 1 0,0 0 0,0 0 0,0 0 0,0 0 0,0 0 0,0 0 0,0 0 0,0 0 0,0 0 0,0 0 0,0 0 0,0 0 0,0 0 0,0-1 0,0 1 0,0 0 0,0 0 0,0 0 0,0 0 0,0 0 0,0 0 0,0 0 0,0 0 0,0 0 0,0 0 0,0 0 0,0 0 0,0-1 0,0 1 0,0 0 0,0 0 0,0 0 0,-23-2 0,-233 3 983,3 1 0,-84 0 0,-78-1 0,-68 0-328,-94 1-777,-1116-4-510,1212-9 632,86-7 0,108-3 0,237 16 0,-57-14 0,103 19 0,0-1 0,0 0 0,0-1 0,1 1 0,-1-1 0,0 1 0,1-1 0,-4-3 0,7 5 0,-1 0 0,1-1 0,0 1 0,-1 0 0,1 0 0,0-1 0,0 1 0,0 0 0,-1-1 0,1 1 0,0 0 0,0-1 0,0 1 0,0 0 0,0-1 0,0 1 0,-1-1 0,1 1 0,0 0 0,0-1 0,0 1 0,0 0 0,0-1 0,1 1 0,-1-1 0,0 1 0,0 0 0,0-1 0,0 1 0,0 0 0,0-1 0,1 1 0,-1 0 0,0-1 0,0 1 0,0 0 0,1-1 0,-1 1 0,0 0 0,0 0 0,1-1 0,-1 1 0,1 0 0,5-4 0,1 0 0,0 1 0,0 0 0,1 0 0,-1 0 0,10-1 0,230-45 0,-149 32 0,489-96 915,-562 108-721,-5 0-115,0 2-1,0 0 1,1 1 0,34 1-1,-51 1-42,0 1 0,1-1 0,-1 1 0,0 0 0,0 0 0,0 0 0,0 1 0,0-1 0,-1 1 0,1 0 0,0 0 0,-1 0 0,1 1 0,-1-1-1,0 1 1,0 0 0,0 0 0,0 0 0,0 0 0,-1 0 0,0 1 0,1-1 0,-1 1 0,0 0 0,-1 0 0,1-1 0,-1 1 0,2 8 0,0 2 123,-1 0 1,-1 0-1,0 0 1,-1 0 0,-1 1-1,-3 22 1,-24 87 564,4-40-1228,-46 105 0,24-86-6322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5:43:00.5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5:43:01.3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5:43:01.9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5:43:02.2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5:43:02.6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  <inkml:trace contextRef="#ctx0" brushRef="#br0" timeOffset="1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05:43:43.6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67 441 24575,'15'-7'0,"0"0"0,1 1 0,-1 0 0,1 1 0,0 1 0,0 0 0,1 1 0,-1 1 0,19 0 0,-15 0 0,128-9 0,157 9 0,147 29 0,-369-25 0,137-14 0,-67 2 0,971 0 0,-687 12 0,-258 0 0,199-5 0,-339 1 0,-2-2 0,41-10 0,-60 9 0,-1 0 0,1 0 0,-1-2 0,-1 0 0,1-1 0,22-15 0,-35 21 0,0-1 0,-1 0 0,1 0 0,-1-1 0,0 1 0,0-1 0,0 1 0,0-1 0,-1 0 0,0 0 0,1 0 0,-1-1 0,-1 1 0,1 0 0,-1-1 0,1 1 0,-1-6 0,0 7 0,-1 0 0,0 0 0,0 0 0,-1 0 0,1 0 0,-1 0 0,1 0 0,-1 0 0,0 0 0,0 0 0,0 1 0,0-1 0,-1 0 0,1 1 0,-1-1 0,0 1 0,1-1 0,-1 1 0,0 0 0,-1-1 0,1 1 0,0 0 0,-1 1 0,1-1 0,-1 0 0,1 1 0,-4-2 0,-23-10 0,-49-15 0,16 6 0,2 2 0,-2 2 0,0 3 0,0 3 0,-108-8 0,-260 15 0,246 7 0,-2351-2 0,2522 0 0,-34 2 0,45-1 0,-1-1 0,1 1 0,-1 0 0,1 0 0,0 0 0,-1 0 0,1 0 0,0 0 0,0 1 0,0-1 0,0 1 0,0-1 0,0 1 0,0 0 0,1 0 0,-3 3 0,-2 7 0,1-1 0,1 1 0,0 1 0,1-1 0,0 1 0,1-1 0,0 1 0,1 22 0,-2 0 0,-17 333 0,20-357 0,1 0 0,0 1 0,1-1 0,0 0 0,0 0 0,1-1 0,1 1 0,0 0 0,0-1 0,1 0 0,0 0 0,1 0 0,0-1 0,1 0 0,0 0 0,0-1 0,1 0 0,0 0 0,0 0 0,1-1 0,0 0 0,0-1 0,1 0 0,0-1 0,0 0 0,0 0 0,0-1 0,1 0 0,-1-1 0,1 0 0,0-1 0,0 0 0,1-1 0,14 0 0,244-4 0,-72-2 0,-163 6 0,186-5 0,-165 0 0,109-22 0,-97 14 0,1 3 0,0 4 0,80 2 0,111-9 0,-152 1 0,109 2 0,-169 7 0,65-11 0,26-2 0,-31 14 0,-59 2 0,0-2 0,79-12 0,-60 4 0,0 3 0,98 3 0,-89 4 0,115-15 0,-87 3 0,167 3 0,-251 8 0,1-1 0,0-1 0,0-1 0,-1-1 0,0 0 0,0-2 0,34-13 0,-46 15 0,1-1 0,-1 0 0,0 0 0,0-1 0,0-1 0,-1 1 0,0-1 0,0 0 0,0-1 0,-1 0 0,-1 0 0,1-1 0,-1 0 0,-1 0 0,0 0 0,0-1 0,4-11 0,-4 9 0,-1-1 0,-1 0 0,0 0 0,-1 0 0,0 0 0,-1 0 0,-1-23 0,-1 32 0,1 0 0,-1-1 0,0 1 0,0 0 0,0 0 0,0 0 0,-1 0 0,1 0 0,-1 1 0,0-1 0,-1 0 0,1 1 0,-1-1 0,1 1 0,-1 0 0,0 0 0,0 0 0,0 0 0,-1 1 0,1-1 0,-1 1 0,1 0 0,-1 0 0,0 0 0,0 0 0,0 1 0,-7-3 0,-22-3 0,0 1 0,0 2 0,-49 0 0,-102 11 0,137-1 0,-76 19 0,78-14 0,-76 9 0,48-15 0,18-2 0,1 2 0,0 2 0,-56 15 0,-4 11 0,-2-5 0,0-5 0,-206 12 0,-665-30 0,507-9 0,452 4 0,-23 1 0,-74-10 0,108 7 0,0-2 0,0 0 0,0-1 0,0 0 0,1-2 0,0 0 0,0-1 0,-14-9 0,-1-2 0,-1 1 0,0 2 0,-1 1 0,-1 2 0,0 1 0,-47-10 0,-23-4 222,62 14-619,0 1 0,-1 3 1,-71-6-1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0:46:26.6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930 327 24575,'37'0'0,"0"-2"0,1-2 0,-1-1 0,0-2 0,-1-1 0,0-2 0,67-28 0,-64 21 0,1 3 0,0 1 0,1 2 0,0 2 0,1 1 0,46-2 0,259 6 0,-189 7 0,-8-4 0,5-1 0,202 23 0,85 19 0,33 5 0,-284-18 0,285 4 0,-309-31 0,395-4 0,-538 3 0,113-7 0,-123 7 0,0-2 0,-1 0 0,1 0 0,-1-2 0,0 1 0,0-2 0,18-9 0,-29 13 0,0 1 0,0 0 0,-1 0 0,1-1 0,0 1 0,0-1 0,-1 0 0,1 0 0,-1 1 0,1-1 0,0-2 0,-1 3 0,-1 0 0,0 0 0,1 1 0,-1-1 0,0 0 0,0 1 0,0-1 0,0 0 0,0 0 0,0 1 0,0-1 0,0 0 0,0 0 0,0 1 0,0-1 0,-1 0 0,1 0 0,0 1 0,0-1 0,-1 0 0,1 1 0,0-1 0,-1 0 0,-2-2 0,0 1 0,1-1 0,-1 1 0,0 0 0,0 0 0,0 1 0,-1-1 0,1 1 0,0-1 0,0 1 0,-1 0 0,-6-1 0,-37-6 0,-1 2 0,0 2 0,-63 4 0,45 0 0,27-1 0,-768 11 0,754-8 0,0 3 0,0 2 0,1 2 0,0 2 0,0 3 0,-64 26 0,67-19 0,-14 8 0,-1-4 0,-1-3 0,-89 19 0,-541 37 0,622-74 0,-108 10 0,122-4 0,-37 6 0,-124 6 0,195-26 0,25 4 0,0 0 0,-1 0 0,1 0 0,0-1 0,0 1 0,0 0 0,0 0 0,-1 0 0,1-1 0,0 1 0,0 0 0,0 0 0,0-1 0,0 1 0,0 0 0,0 0 0,0-1 0,0 1 0,0 0 0,0 0 0,0-1 0,0 1 0,0 0 0,0 0 0,0-1 0,0 1 0,0 0 0,0 0 0,0-1 0,0 1 0,0 0 0,0 0 0,0-1 0,1 1 0,-1 0 0,0 0 0,0 0 0,0-1 0,0 1 0,1 0 0,-1 0 0,0 0 0,0-1 0,5-3 0,1 0 0,-1 0 0,1 0 0,0 1 0,8-4 0,72-31 0,1 4 0,125-32 0,196-26 0,-258 60 0,-140 30 0,266-52 0,-202 44 0,134-2 0,811 17 0,-2006 33 0,790-17 0,-641 45 0,-212-62 0,827-6 0,192 1 0,1 2 0,-1 0 0,1 2 0,0 1 0,0 2 0,0 1 0,-55 21 0,82-27 0,0 0 0,0 1 0,0-1 0,0 1 0,1 0 0,-1 0 0,-4 4 0,7-5 0,-1 0 0,0-1 0,1 1 0,-1 0 0,1 0 0,0-1 0,-1 1 0,1 0 0,0 0 0,-1 0 0,1 0 0,0-1 0,0 1 0,0 0 0,0 0 0,-1 0 0,1 0 0,0 0 0,1 0 0,-1 1 0,1 0 0,1 1 0,0-1 0,-1 0 0,1 1 0,0-1 0,0 0 0,0 0 0,0-1 0,1 1 0,-1 0 0,0-1 0,1 1 0,-1-1 0,1 0 0,-1 0 0,1 0 0,0 0 0,4 1 0,61 17 0,119 19 0,-127-27 0,724 82 0,-370-89 0,-225-6 0,-152-1 0,-1 0 0,1-3 0,54-14 0,-54 10 0,1 2 0,0 1 0,43-1 0,174-5 0,-22 0 0,785 8 0,-573 7 0,96-2 0,-525 2 0,-34 1 0,14-2 0,-714 63 0,673-61 0,-844 23 0,-5-28 0,308-1 0,-564 3 0,1397 1 0,617-15 0,435-5 0,-1088 19 0,-205 2 0,-16 1 0,-28 4 0,-423 38 0,-7-37 0,348-7 0,-1183-1 0,600-2 0,586 0 0,110 2 0,0 0 0,0-1 0,0 0 0,0 0 0,0 0 0,1-1 0,-8-3 0,13 5 0,1 0 0,0-1 0,-1 1 0,1 0 0,0 0 0,-1 0 0,1-1 0,0 1 0,-1 0 0,1 0 0,0-1 0,0 1 0,0 0 0,-1-1 0,1 1 0,0 0 0,0-1 0,0 1 0,0-1 0,0 1 0,-1 0 0,1-1 0,0 1 0,0 0 0,0-1 0,0 1 0,0-1 0,0 1 0,0 0 0,0-1 0,1 1 0,10-13 0,-2 8 0,1 0 0,-1 0 0,1 1 0,0 0 0,19-4 0,66-11 0,-83 17 0,936-120-574,317 47 448,2 74 147,-974 3-30,-272-1 9,-4 0 0,0-1 0,0-1 0,0 0 0,0-1 0,21-6 0,-24 0 0,-13 8 0,-1 0 0,0 0 0,0 0 0,0-1 0,0 1 0,0 0 0,0 0 0,0-1 0,0 1 0,0 0 0,0 0 0,0 0 0,0-1 0,0 1 0,0 0 0,0 0 0,0-1 0,0 1 0,0 0 0,0 0 0,0 0 0,0-1 0,0 1 0,0 0 0,-1 0 0,1 0 0,0-1 0,0 1 0,0 0 0,0 0 0,0 0 0,-1 0 0,1-1 0,0 1 0,0 0 0,-30-11 0,-29 1 125,-1 3 0,-95 2 0,98 4 74,-1201-4-1711,759 7 576,-220 1 806,-952-6 141,1609 3-11,26 1 0,0-2 0,-68-10 0,99 9 0,7 0 0,22-2 0,316-17 0,-333 21 0,295-9 0,2668-7-3919,-1920 19 3090,-1013-3 771,0-1 0,60-10 0,-93 11 58,-1-1 0,1 0 0,-1 0 0,0 0 0,1 0 0,-1-1 0,0 1 0,4-3 0,-7 4 0,0-1 0,0 1 0,0 0 0,0 0 0,0 0 0,0 0 0,0-1 0,0 1 0,0 0 0,0 0 0,0 0 0,0 0 0,1-1 0,-1 1 0,0 0 0,0 0 0,0 0 0,-1 0 0,1-1 0,0 1 0,0 0 0,0 0 0,0 0 0,0-1 0,0 1 0,0 0 0,0 0 0,0 0 0,0 0 0,0 0 0,0-1 0,-1 1 0,1 0 0,0 0 0,0 0 0,0 0 0,0 0 0,0 0 0,-1-1 0,1 1 0,0 0 0,0 0 0,0 0 0,0 0 0,-1 0 0,1 0 0,0 0 0,0 0 0,0 0 0,0 0 0,-1 0 0,-27-5 0,-46 2 0,-131 12 0,137-3 0,-252 19 163,-89 8 657,-2964 157-3773,3121-181 2922,218-8-11,0-2 0,-47-7 1,77 7 39,-1 0 0,1 0 1,0 0-1,-1-1 0,1 1 1,-7-5-1,10 6 9,1-1 0,-1 1 1,1-1-1,-1 1 0,0-1 0,1 1 0,-1-1 1,1 1-1,-1-1 0,1 1 0,0-1 0,-1 0 1,1 1-1,0-1 0,-1 1 0,1-1 0,0 0 1,0 0-1,-1 1 0,1-1 0,0 0 0,0 1 1,0-1-1,0 0 0,0-1 0,2-1 30,-1 1 0,1-1 0,0 0 0,0 1 1,0 0-1,0-1 0,1 1 0,-1 0 0,0 0 0,1 0 0,0 1 0,-1-1 0,1 1 0,0-1 0,0 1 1,6-2-1,20-7 96,1 0 1,40-6-1,138-18 705,2029-202 3035,-1374 196-3832,-212 12-506,-399 11 380,-243 17 83,-1-1 0,1 2 0,-1-1 0,1 1 0,0 1 0,16 4 0,-24-6 3,-1 0 0,1 1 0,0-1 0,0 1 0,0-1 0,0 1 0,0-1 0,0 1 0,-1 0 0,1-1 0,0 1 0,0 0 0,-1 0 0,1 0 0,0-1 0,-1 1 0,1 0 0,-1 0 0,0 0 0,1 0 0,-1 0 0,1 0 0,-1 2 0,0-1 9,0 0-1,-1 0 1,1 1-1,-1-1 1,0 0 0,0 0-1,1 0 1,-1 0-1,-1 0 1,1 0 0,0 0-1,0-1 1,-1 1-1,1 0 1,-4 2-1,-10 12 293,-1-2-1,-1 0 0,0-1 0,-36 20 0,-83 35 979,23-23-1762,11-10-5855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0:46:45.2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317 349 24575,'3990'0'0,"-3957"0"0,39 0 0,112 12 0,-173-8 0,-19 0 0,-31 0 0,-704-13 0,223-7 0,-1755 17 0,2267-1 0,-7 1 0,1-1 0,-1-1 0,1 0 0,0-1 0,-26-6 0,40 8 0,0 0 0,1-1 0,-1 1 0,0 0 0,1 0 0,-1 0 0,0 0 0,1 0 0,-1-1 0,0 1 0,1 0 0,-1 0 0,0-1 0,0 1 0,1 0 0,-1 0 0,0-1 0,0 1 0,0 0 0,1-1 0,-1 1 0,0 0 0,0-1 0,0 1 0,0 0 0,0-1 0,0 1 0,1 0 0,-1-1 0,0 1 0,0 0 0,0-1 0,0 1 0,0-1 0,-1 1 0,1 0 0,0-1 0,0 1 0,0 0 0,0-1 0,0 1 0,0 0 0,0-1 0,-1 1 0,1 0 0,0-1 0,0 1 0,-1 0 0,1 0 0,0-1 0,0 1 0,-1 0 0,1 0 0,0-1 0,-1 1 0,1 0 0,0 0 0,-1 0 0,1 0 0,0-1 0,-1 1 0,1 0 0,0 0 0,-1 0 0,1 0 0,0 0 0,-1 0 0,35-10 0,27 1 0,100 0 0,-128 8 0,1411-9-1007,-1002 12 842,853-1 1306,-1457-1-1110,-348 1-219,-1081-11-1769,12-90 550,1303 65 1407,100 5 0,109 11 0,67 19 0,-1 0 0,1 0 0,0 0 0,-1 0 0,1 0 0,0 0 0,-1 0 0,1 0 0,-1 0 0,1-1 0,0 1 0,-1 0 0,1 0 0,0 0 0,-1-1 0,1 1 0,0 0 0,0-1 0,-1 1 0,1 0 0,0 0 0,0-1 0,-1 1 0,1 0 0,0-1 0,0 1 0,0-1 0,0 1 0,-1 0 0,1-1 0,0 1 0,0 0 0,0-1 0,0 1 0,0-1 0,0 1 0,0-1 0,2 0 0,0-1 0,0 1 0,1 0 0,-1 0 0,0 1 0,0-1 0,1 0 0,-1 1 0,0-1 0,1 1 0,2 0 0,85-8 0,100 4 0,-114 3 0,1865 4-3881,-1324 0 3199,-772-3 682,-62 0 0,-1727 0 3801,1881 1-3606,13 0 341,0-2-1,-74-11 1,99 4 152,25 8-682,0-1 1,0 1-1,0 0 1,0 0-1,0-1 1,0 1-1,0 0 1,0 0-1,-1 0 1,1-1-1,0 1 1,1 0-1,-1 0 1,0-1-1,0 1 1,0 0-1,0 0 1,0 0-1,0-1 1,0 1-1,0 0 1,0 0-1,0 0 1,0-1-1,1 1 1,-1 0-1,0 0 1,0 0-1,0 0 1,0-1-1,0 1 1,1 0-1,-1 0 1,0 0-1,0 0 1,0 0-1,1 0 1,-1 0-1,0-1 1,0 1-1,0 0 1,1 0-1,-1 0 1,0 0 0,0 0-1,1 0 1,-1 0-1,0 0 1,1 0-1,55-10 199,105-1-158,98 3-47,2337-1-310,-1462 12 223,-852-3 251,-2846 0 1316,2447 3-1480,-135 22 0,-112 37 0,290-48 0,-215 49 0,257-56 0,-3 4 0,0 0 0,1 3 0,-45 24 0,-49 19 0,88-43 0,-64 22 0,-177 87 0,277-121 0,1-1 0,0 1 0,0 0 0,0 0 0,0 0 0,0 0 0,1 0 0,-1 1 0,1-1 0,-1 1 0,-2 5 0,5-8 0,-1 1 0,1-1 0,0 1 0,0-1 0,0 1 0,0-1 0,0 0 0,0 1 0,0-1 0,1 1 0,-1-1 0,0 1 0,0-1 0,0 1 0,0-1 0,0 0 0,1 1 0,-1-1 0,0 1 0,0-1 0,1 0 0,-1 1 0,0-1 0,1 0 0,-1 0 0,0 1 0,1-1 0,-1 0 0,0 1 0,1-1 0,0 0 0,30 9 0,88 0 0,158-8 0,-153-3 0,58 2 0,530-18 0,532-3 0,-842 23 0,726-2 0,-1103-1-455,1 0 0,47-10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0:46:38.5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2660 686 24575,'290'18'0,"-213"-11"0,194 23 0,195 10 0,-286-25 0,-110-6 0,286 51 0,-193-29 0,-131-25 0,47 8 0,117 7 0,450-19 0,-313-5 0,649 4 0,-974-1 0,-3 0 0,0 0 0,0 0 0,0 0 0,-1-1 0,1 1 0,0-1 0,9-3 0,-14 4 0,0 0 0,0 0 0,0-1 0,0 1 0,1 0 0,-1 0 0,0 0 0,0 0 0,0 0 0,0-1 0,0 1 0,0 0 0,0 0 0,0 0 0,1 0 0,-1-1 0,0 1 0,0 0 0,0 0 0,0 0 0,0-1 0,0 1 0,0 0 0,0 0 0,0 0 0,0 0 0,0-1 0,0 1 0,0 0 0,0 0 0,0 0 0,-1-1 0,1 1 0,0 0 0,0 0 0,0 0 0,0 0 0,0-1 0,0 1 0,0 0 0,0 0 0,-1 0 0,1 0 0,0 0 0,0-1 0,0 1 0,0 0 0,-1 0 0,1 0 0,0 0 0,0 0 0,0 0 0,0 0 0,-1 0 0,1 0 0,0 0 0,0 0 0,0 0 0,-1 0 0,1 0 0,0 0 0,0 0 0,0 0 0,-1 0 0,-17-5 0,-246-16 0,162 16 0,-86-5 0,-838-31 0,-629 43 0,1597-3 0,34-3 0,27 0 0,13 0 0,51-4 0,125 1 0,-115 6 0,1254-4 0,-877 6 0,-369-2 0,-1-5 0,95-17 0,35-12 0,-611 100 0,164-30 0,-286 64 0,201-35 0,144-36 0,-290 8 0,-173-40 0,371-1 0,250 4 0,19 0 0,32-3 0,-28 4 0,1010-27 0,-806 27 0,284-1 0,753 3 0,-1359-9 0,59 2 0,-152-14 0,-75-9 0,-84-17-164,-116-33-655,-165-36-164,-2923-511-3932,3233 567 3932,176 25 0,137 24 505,22 8 459,0 0-1,-1 1 1,1-1 0,0 1 0,0-1 0,-1 1 0,1-1 0,0 1 0,0 0 0,0-1 0,0 1 0,-1 0 0,1 0-1,0 0 1,0 0 0,0-1 0,0 1 0,0 0 0,0 1 0,1-1 0,151-3-386,152 13 345,147 20 224,135 26 518,112 28-248,1965 330 630,-2258-335-1883,-134-14-125,-241-56 722,1 2 1,58 28 0,-87-38 222,1 1 1,-1 0 0,0-1-1,1 1 1,-1 1 0,0-1-1,-1 0 1,1 1 0,0-1-1,-1 1 1,1 0 0,-1 0-1,0 0 1,0 0 0,0 0-1,0 0 1,2 7-1,-4-8 16,0-1-1,0 0 1,0 0-1,0 1 0,0-1 1,-1 0-1,1 1 0,0-1 1,-1 0-1,1 0 0,-1 0 1,1 1-1,-1-1 0,0 0 1,0 0-1,1 0 0,-1 0 1,0 0-1,-1 1 0,-2 1 56,0 0 0,0 0-1,0 0 1,0-1-1,-1 1 1,-8 2 0,-17 5 202,-1-1 1,-56 8 0,-154 11-91,-84-7-15,-78-8 650,-2077-4-1008,2316-10-95,-23-1 213,463 1-30,7 0 101,75 1-17,3413 1-68,-3759-1 81,209-6 991,-182 0 652,-93 7-329,-116 17 178,90-8-1108,-141 13 48,-77-2-526,-72-5-685,-2008 5-3952,2274-23 3195,137 2 1540,497-19 1767,767-93 1674,-1177 103-3227,236-24 185,-283 22-362,0-3 0,126-42 0,-139 32-37,-58 23 0,0 0 0,0 1 0,0-1 0,0 0 0,-1 0 0,1 0 0,0-1 0,-1 1 0,1 0 0,-1-1 0,1 1 0,1-4 0,-8-2 0,-15 1 0,-24 0 0,-1 3 0,-65 2 0,63 1 0,-197 5 0,-88 7-164,-2186 41-4614,2471-53 3824,104-1 519,2066-1 941,-1415 2 352,-60-37 1407,-373 13-299,-267 22-977,-14 1-572,-27-1 143,-957 16 1009,435-1-2116,-231-6 547,684-7 0,87-2 0,24-2 0,94-13 0,107-4 0,-54 7 0,422-54-398,584-49-729,-669 80 1092,-374 21 94,0-5-1,123-38 1,-213 49 155,-18 6-133,1 0 0,-1 0 0,1 2 0,-1-1 0,24-1 0,-30 8-81,-15 3 0,-19 8 0,-55 19 0,41-18 0,-219 77 0,-414 92 0,-301-18 0,610-115 921,339-49-635,-38 1 0,50-7-197,16 3-88,0 0-1,0-1 0,0 1 1,0 0-1,0 0 0,0 0 0,0 0 1,0 0-1,0-1 0,-1 1 0,1 0 1,0 0-1,0 0 0,0 0 0,0-1 1,0 1-1,0 0 0,0 0 0,0 0 1,1 0-1,-1-1 0,0 1 0,0 0 1,0 0-1,0 0 0,0 0 1,0 0-1,0-1 0,0 1 0,0 0 1,0 0-1,0 0 0,1 0 0,-1 0 1,0 0-1,0 0 0,0-1 0,0 1 1,0 0-1,1 0 0,-1 0 0,0 0 1,0 0-1,0 0 0,0 0 0,0 0 1,1 0-1,-1 0 0,13-6 0,-1 1 0,1 0 0,1 1 0,-1 0 0,1 1 0,19-2 0,20-5 0,827-158-464,-840 161 441,393-69-69,-5-27 115,-420 101-23,34-12 0,-40 14 0,-1 0 0,0-1 0,1 1 0,-1 0 0,1-1 0,-1 0 0,0 1 0,1-1 0,-1 0 0,0 0 0,0 0 0,0 0 0,0 0 0,0 0 0,0 0 0,0 0 0,0 0 0,1-2 0,-3 2 4,0 0 1,0 0 0,0 0-1,0 0 1,0 0 0,0 1-1,0-1 1,0 0-1,0 1 1,0-1 0,-1 1-1,1 0 1,0-1 0,-1 1-1,1 0 1,0 0 0,0-1-1,-1 1 1,-1 0-1,-35-4 195,-40 0-1,17 1-131,-1270-78-871,3-44 0,768 58 804,517 60 0,33 3 0,15 3 0,396 0 0,-193 5 0,246-4-219,531 10-487,-809 2 970,-148-9-102,-1 1-1,1 2 1,47 17 0,-70-22-121,0 1 1,0 0 0,0 0 0,-1 1-1,1-1 1,-1 1 0,1 0 0,-1 0-1,0 1 1,0-1 0,5 7-1,-8-8-36,0 0-1,0 0 0,-1 0 0,1 0 1,0 0-1,-1 0 0,0 1 0,1-1 1,-1 0-1,0 0 0,0 0 0,0 0 0,0 0 1,-1 1-1,1-1 0,-1 0 0,1 0 1,-1 0-1,0 0 0,1 0 0,-1 0 1,0 0-1,0-1 0,0 1 0,-1 0 0,1 0 1,-3 2-1,-2 3-4,-1 1 0,1-1 0,-2 0 0,1-1 0,-1 0 0,0 0 0,-1 0 0,-10 4 0,-8 4 0,-49 16 0,-5-4 3,-126 22-1,-93-3-18,230-36 5,-1259 97-1515,1-89-1812,1076-18 3111,110-1 36,128 1 151,17 1 7,73-2 4,126 1 29,-26 1-4,1936 19-257,-1897-8 261,-175-8 82,66 13 0,-100-14-6,1-1 1,0 1-1,-1 1 1,1 0-1,-1-1 1,0 2-1,10 6 1,-15-9-49,0 0-1,0 0 1,0-1 0,0 1-1,0 0 1,-1 0 0,1 0-1,0 1 1,0-1 0,-1 0-1,1 0 1,-1 0 0,1 0-1,-1 1 1,0-1 0,1 0-1,-1 0 1,0 1 0,0-1-1,0 0 1,0 0 0,0 1-1,0-1 1,0 0 0,0 0-1,-1 1 1,1-1 0,0 0-1,-1 0 1,1 1 0,-1-1-1,1 0 1,-1 0 0,0 0-1,1 0 1,-1 0 0,0 0 0,0 0-1,0 0 1,0 0 0,0 0-1,-1 0 1,-4 5 107,-1 0-1,-1-1 1,1 0 0,-1 0 0,0 0-1,0-1 1,-9 3 0,-71 23 650,76-26-682,-92 24 522,-191 25 0,-117-15-516,-578-8 484,970-30-593,-1-1 0,-23-4 0,43 5 0,1 0 0,0 0 0,0 0 0,0 0 0,0 0 0,0 0 0,0 0 0,-1 0 0,1 0 0,0 0 0,0 0 0,0 0 0,0 0 0,-1 0 0,1 0 0,0 0 0,0 0 0,0 0 0,0 0 0,0 0 0,0 0 0,-1 0 0,1 0 0,0 0 0,0-1 0,0 1 0,0 0 0,0 0 0,0 0 0,0 0 0,-1 0 0,1 0 0,0 0 0,0 0 0,0-1 0,0 1 0,0 0 0,0 0 0,0 0 0,0 0 0,0 0 0,0-1 0,0 1 0,0 0 0,0 0 0,0 0 0,0 0 0,0 0 0,0-1 0,0 1 0,0 0 0,0 0 0,0 0 0,0 0 0,0 0 0,0-1 0,0 1 0,0 0 0,0 0 0,0 0 0,0 0 0,0 0 0,1 0 0,-1-1 0,0 1 0,0 0 0,0 0 0,0 0 0,0 0 0,23-9 0,59-11 0,89-12 0,97 0 0,-244 30 0,1401-60-2070,-1384 63 2213,-78 1-172,-1513 3-879,940-6 687,465 1 385,479 0 1575,-9 0-1335,3237 0-7159,-3783-7 7738,-11-7 0,-79-15 0,-67-14-64,-604-72-546,-487-76-4012,1300 166 2717,161 24 829,0 0 0,1-1 0,-1 1 0,0-2 0,-11-4 0,19 7 91,0 0 0,0-1 0,0 1-1,1 0 1,-1-1 0,0 1 0,0 0-1,0 0 1,0-1 0,1 1-1,-1 0 1,0 0 0,0 0 0,1-1-1,-1 1 1,0 0 0,0 0 0,1 0-1,-1 0 1,0-1 0,1 1 0,-1 0-1,0 0 1,1 0 0,-1 0 0,0 0-1,0 0 1,1 0 0,-1 0 0,0 0-1,1 0 1,-1 0 0,0 0 0,1 0-1,0 0 1,38-3 130,598 2 2174,-378 4-2070,1231 3 1698,-3721-6 1790,2440 0-3720,1497 0-589,-1808 5 659,-140 24 0,129-13-60,-492 77-10,504-71 0,76-12 57,25-10-53,0 0 0,0 1-1,0-1 1,0 0 0,-1 0 0,1 0 0,0 0 0,0 0 0,0 0 0,0 1 0,0-1-1,0 0 1,0 0 0,0 0 0,0 0 0,0 0 0,0 1 0,0-1 0,0 0 0,0 0-1,0 0 1,0 0 0,0 1 0,0-1 0,0 0 0,0 0 0,0 0 0,0 0 0,0 1-1,0-1 1,0 0 0,0 0 0,0 0 0,0 0 0,0 0 0,0 1 0,0-1 0,0 0-1,1 0 1,-1 0 0,0 0 0,0 0 0,0 0 0,0 0 0,0 1 0,0-1 0,1 0-1,-1 0 1,0 0 0,0 0 0,0 0 0,0 0 0,1 0 0,-1 0 0,0 0 0,0 0-1,0 0 1,46 7 604,379-1-150,-84-4-397,-261 5-61,-66 0 0,-14-7 0,0 0 0,0 1 0,0-1 0,0 0 0,0 0 0,0 1 0,0-1 0,0 0 0,0 1 0,0-1 0,0 0 0,0 0 0,0 1 0,0-1 0,0 0 0,0 1 0,0-1 0,0 0 0,0 0 0,-1 1 0,1-1 0,0 0 0,0 0 0,0 0 0,0 1 0,-1-1 0,1 0 0,0 0 0,0 0 0,0 1 0,-1-1 0,1 0 0,0 0 0,-11 6 0,-1 0 0,1-1 0,-1 0 0,0 0 0,0-2 0,0 0 0,-21 3 0,-3 2 0,-131 25-120,-245 18-1,-175-26-327,304-20 310,-37-3 138,464-4 0,100 0 0,196 0-450,1176 3-4015,-1434 6 3609,-170-6 821,0 0 1,1 1-1,-1 1 0,0 0 1,0 0-1,-1 1 0,1 1 0,-1 0 1,11 6-1,-19-9 36,-1 0-1,1 0 1,-1 0-1,0 0 1,0 0 0,0 0-1,0 1 1,0-1-1,0 1 1,-1-1 0,1 1-1,-1 0 1,0-1-1,0 1 1,1 5-1,-1-4 11,-1 0-1,0 0 0,0 1 0,0-1 1,0 0-1,-1 0 0,0 0 0,0 0 0,0 0 1,0 0-1,-1 0 0,1 0 0,-1 0 1,-3 3-1,-1 4 119,-1-1 1,0 0-1,-1 0 1,0-1-1,-1 0 1,-19 15-1,5-6 170,0-2-1,-30 15 1,4-6 109,-1-3 0,-1-2 0,-65 17 0,-165 26 886,-627 66 727,881-125-1997,14-2-21,-1-1 1,1 1-1,0-2 1,-17-1-1,27 1-3,1-1 0,-1 1-1,1-1 1,-1 1 0,1-1-1,-1 0 1,1 0 0,-1 0 0,1 0-1,0-1 1,0 1 0,0-1-1,-1 1 1,1-1 0,0 0-1,1 1 1,-1-1 0,0 0 0,1 0-1,-1-1 1,1 1 0,-1 0-1,1 0 1,0-1 0,0 1 0,-1-5-1,0 1 1,1-1 0,1 0 0,-1 0 0,1 0 0,0 0 0,0 0 0,1 0 0,0 1 0,0-1 0,1 0 0,0 0 0,0 1 0,0-1 0,1 1 0,0 0 0,6-9 0,6-8 0,1 0 0,33-35 0,3 3 0,90-74 0,69-32 0,-132 103 0,-57 41 0,43-34 0,-60 47 0,0-1 0,-1 1 0,0-1 0,0 0 0,0 0 0,0-1 0,-1 1 0,0-1 0,4-9 0,-7 14 0,1-1 0,-1 1 0,0 0 0,1-1 0,-1 1 0,0-1 0,0 1 0,0-1 0,0 1 0,0-1 0,0 1 0,-1 0 0,1-1 0,0 1 0,-1-1 0,1 1 0,-1 0 0,0-1 0,1 1 0,-1 0 0,0 0 0,0 0 0,0-1 0,1 1 0,-1 0 0,0 0 0,-1 0 0,1 0 0,0 0 0,0 1 0,0-1 0,0 0 0,-1 1 0,-1-2 0,-6-1 0,1 0 0,-1 0 0,0 1 0,-14-2 0,-49-4 0,-119 3 0,155 5 0,-1272-12 0,1274 11 0,29 0 0,8 1 0,53-1 0,1740 1-3718,-1724 0 3447,184 7-952,-226-2 1109,-20 1 87,-11-4 28,0-1-1,0 0 0,-1 0 0,1 0 1,-1 0-1,1 0 0,-1 0 1,1 0-1,-1 0 0,0-1 1,1 1-1,-1-1 0,0 1 1,1-1-1,-1 1 0,0-1 1,-3 0-1,-63 11 529,0-3 0,-118 0-1,109-7-245,-1147 5 1367,996-7-2520,77 1-4623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3:25:28.9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0:47:45.4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0:47:52.6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2375 376 24575,'-63'3'0,"0"3"0,-99 22 0,111-18 0,-361 57 0,-235-53 0,323-14 0,1843-4-964,-855 6 690,-255-14 438,-12-12 597,-109 8-448,-266 15-313,253-11 0,-929 11 0,284 3 0,-2685-2 0,3032 1 0,1-2 0,-1 0 0,-40-9 0,46 2 0,17 7 0,0 1 0,0 0 0,0 0 0,0-1 0,0 1 0,0 0 0,0 0 0,0-1 0,0 1 0,0 0 0,0 0 0,0-1 0,0 1 0,1 0 0,-1 0 0,0-1 0,0 1 0,0 0 0,0 0 0,0-1 0,0 1 0,1 0 0,-1 0 0,0 0 0,0 0 0,0-1 0,1 1 0,-1 0 0,0 0 0,0 0 0,1 0 0,-1 0 0,0 0 0,0-1 0,1 1 0,-1 0 0,40-10 0,238-14 0,13 21 0,-182 3 0,896 2 0,-892 1 0,-1 5 0,0 4 0,-1 6 0,115 33 0,31 23 0,267 61 0,-198-90 0,-236-32 0,-40-5 0,58 2 0,232-9 0,-192-2 0,-139 1 0,1 0 0,0-1 0,-1 0 0,1 0 0,-1-1 0,1-1 0,-1 1 0,0-1 0,17-9 0,-21 9 0,-1 0 0,1 0 0,-1-1 0,0 0 0,0 0 0,0 0 0,0 0 0,-1 0 0,0-1 0,0 0 0,0 0 0,0 1 0,-1-2 0,0 1 0,0 0 0,0 0 0,-1-1 0,2-8 0,1-18 0,-1-1 0,-3-52 0,-1 45 0,6-51 0,-2 62 0,-1 8 0,1 0 0,9-34 0,-12 53 0,1 0 0,-1 0 0,1 0 0,0 0 0,0 0 0,0 0 0,0 0 0,0 0 0,1 0 0,-1 1 0,0-1 0,1 0 0,0 1 0,-1-1 0,1 1 0,0-1 0,2 0 0,-3 1 0,1 1 0,-1 0 0,1-1 0,-1 1 0,1 0 0,-1 0 0,1 0 0,-1 0 0,1 0 0,0 0 0,-1 0 0,1 0 0,-1 1 0,1-1 0,-1 1 0,1-1 0,-1 1 0,0 0 0,2 0 0,4 4 0,-1-1 0,0 1 0,0 0 0,0 1 0,-1 0 0,1-1 0,-2 2 0,1-1 0,4 8 0,34 66 0,-3 2 0,33 100 0,-33-77 0,38 107 0,-76-205 0,1 0 0,-2 0 0,1 0 0,-1 0 0,0 9 0,-1-14 0,0 0 0,0 0 0,0 0 0,0 0 0,-1 0 0,1 0 0,-1 0 0,1 0 0,-1 0 0,0-1 0,0 1 0,1 0 0,-1 0 0,-1-1 0,1 1 0,0 0 0,0-1 0,0 1 0,-1-1 0,1 0 0,-1 1 0,1-1 0,-1 0 0,0 0 0,-1 1 0,-8 2 0,1 0 0,-1-1 0,0 0 0,0-1 0,0 0 0,-13 1 0,-74-1 0,66-2 0,-386-5 0,384 1 0,1-1 0,0-2 0,0-1 0,-37-15 0,35 11 0,-1 2 0,0 1 0,-56-7 0,-396-15 0,234 0 0,89 7 0,-192-11 0,-160-21 0,249 41 0,49 6 0,163 4 0,-603-40 0,593 44 0,-433-18 0,487 18 0,1 0 0,0 1 0,0-2 0,0 1 0,0-2 0,0 1 0,0-1 0,1-1 0,-13-5 0,22 8 0,1 1 0,0 0 0,-1 0 0,1 0 0,0 0 0,-1-1 0,1 1 0,0 0 0,0 0 0,-1-1 0,1 1 0,0 0 0,0 0 0,0-1 0,-1 1 0,1 0 0,0-1 0,0 1 0,0 0 0,0-1 0,0 1 0,-1 0 0,1-1 0,0 1 0,0 0 0,0-1 0,0 1 0,0 0 0,0-1 0,0 1 0,0 0 0,0-1 0,0 1 0,1-1 0,-1 1 0,0 0 0,0-1 0,0 1 0,0 0 0,0 0 0,1-1 0,-1 1 0,0 0 0,0-1 0,1 1 0,-1 0 0,0 0 0,0-1 0,1 1 0,-1 0 0,0 0 0,1 0 0,-1-1 0,0 1 0,0 0 0,1 0 0,-1 0 0,0 0 0,1 0 0,12-5 0,0 1 0,1 0 0,-1 1 0,0 0 0,1 2 0,0-1 0,26 2 0,1-2 0,1079-10 0,-735 15 0,150 10 0,-516-12 0,58 6 0,-70-6 0,0 1 0,0-1 0,0 1 0,-1 1 0,1-1 0,-1 1 0,1 0 0,5 4 0,-10-5 0,0-1 0,0 1 0,0-1 0,-1 1 0,1 0 0,-1 0 0,1 0 0,-1-1 0,1 2 0,-1-1 0,0 0 0,0 0 0,0 0 0,0 0 0,0 1 0,-1-1 0,1 0 0,-1 1 0,0-1 0,1 1 0,-1-1 0,0 0 0,0 1 0,0-1 0,-1 4 0,-1 2 0,-1 0 0,1-1 0,-1 0 0,0 1 0,-1-1 0,1 0 0,-6 7 0,-9 10 0,-2 0 0,0-1 0,-1 0 0,-2-2 0,0-1 0,-1-1 0,-1-1 0,0 0 0,-2-3 0,-37 18 0,-13 1 0,-1-3 0,-136 33 0,-633 121 0,772-170 0,-140 9 0,176-27 0,38 3 0,1 0 0,0 0 0,-1-1 0,1 1 0,0 0 0,-1 0 0,1 0 0,0 0 0,-1 0 0,1 0 0,0-1 0,-1 1 0,1 0 0,0 0 0,0 0 0,-1-1 0,1 1 0,0 0 0,0 0 0,-1-1 0,1 1 0,0 0 0,0-1 0,0 1 0,-1 0 0,1-1 0,0 1 0,0 0 0,0-1 0,0 1 0,0 0 0,0-2 0,0 1 0,1 0 0,0 0 0,0 0 0,0-1 0,0 1 0,0 0 0,0 0 0,0 0 0,0 0 0,0 0 0,1 1 0,-1-1 0,0 0 0,2 0 0,20-10 0,1 0 0,1 2 0,34-8 0,-16 4 0,70-22 0,378-111 0,11 28 0,-494 116 0,155-24 0,-138 23 0,-1 2 0,1 0 0,0 1 0,31 5 0,-47 0 0,-17 1 0,-27 6 0,34-12 0,-139 37 0,-1-5 0,-255 22 0,-307-39 0,677-18 0,1-1 0,-1-1 0,1-1 0,1-1 0,-1-2 0,-31-14 0,-54-18 0,109 40 0,-18-3 0,1-2 0,-1 0 0,1-2 0,-20-10 0,36 17 0,0 0 0,0-1 0,1 1 0,-1 0 0,0-1 0,1 1 0,-1-1 0,1 1 0,-1-1 0,1 1 0,0-1 0,0 0 0,-1 0 0,0-2 0,2 3 0,0 0 0,0 0 0,0 1 0,0-1 0,0 0 0,0 0 0,0 0 0,0 0 0,0 1 0,1-1 0,-1 0 0,0 0 0,0 0 0,1 1 0,-1-1 0,1 0 0,-1 0 0,0 1 0,1-1 0,-1 0 0,1 1 0,0-1 0,-1 1 0,2-2 0,4-2 0,1 0 0,-1 1 0,1-1 0,0 1 0,0 1 0,0-1 0,12-1 0,67-15 0,155-12 0,98 15 0,-265 14 0,1345-7 0,-785 13 0,-477-2 0,169-6 0,-311 3 0,-1-1 0,0 0 0,0-1 0,0-1 0,0 0 0,0-1 0,17-9 0,-27 12 0,0 0 0,0 0 0,0-1 0,-1 1 0,1-1 0,-1 0 0,1 0 0,-1 0 0,0 0 0,0-1 0,0 1 0,-1-1 0,1 0 0,-1 0 0,0 0 0,0 0 0,0 0 0,-1 0 0,1-1 0,-1 1 0,0-1 0,0 1 0,-1-1 0,1 1 0,-1-1 0,0 1 0,-1-7 0,-1 2 0,-1 0 0,0 0 0,0 1 0,-1-1 0,0 1 0,0 0 0,-1 0 0,0 0 0,0 0 0,-1 1 0,0 0 0,-1 0 0,1 1 0,-1 0 0,-11-8 0,-8-5 0,0 2 0,-1 1 0,-39-17 0,2 6 0,-1 3 0,-1 3 0,-88-15 0,-210-20 0,334 53 0,-331-47 0,-188-21 0,-550-71 0,1023 127 0,69 9 0,22 3 0,164 5 0,-98 2 0,-19-2-3,739 28-380,0 26 38,102 23 345,-367 2 0,-523-79 0,2 1 0,0 0 0,-1 1 0,1 0 0,21 10 0,-33-12 0,-1-1 0,1 1 0,0-1 0,0 1 0,-1 0 0,1 0 0,-1 0 0,0 1 0,0-1 0,1 0 0,-1 1 0,-1-1 0,1 1 0,0 0 0,-1 0 0,1 0 0,-1 0 0,0 0 0,0 0 0,0 0 0,0 0 0,-1 0 0,1 0 0,-1 0 0,0 1 0,0-1 0,0 4 0,-2 3 28,0-1 0,-1 1 0,0-1 1,0 0-1,-1 0 0,0 0 0,0 0 0,-1-1 0,0 0 0,-1 0 0,0 0 1,-9 9-1,-11 10 94,-1-2-1,-31 23 1,-2-3-118,-2-3-1,-2-3 1,-1-3-1,-88 36 1,54-34 2,-2-4-1,-149 29 1,-223 1-41,2-41-104,-1123-21-468,960-7 516,530 3 91,87 0 0,26-1 0,182-14 0,-71 8 0,2062-89-1682,-2013 98-3990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0:46:55.8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1856 954 24575,'2'-3'0,"1"-1"0,0 1 0,0 0 0,0 0 0,0 0 0,0 0 0,1 0 0,-1 0 0,1 1 0,0 0 0,0 0 0,0 0 0,0 0 0,4-1 0,0-1 0,53-18 0,0 2 0,1 3 0,88-12 0,-131 25 0,88-10 0,0 5 0,132 6 0,-45 1 0,855-21 0,-409-19 0,-591 37 0,392-32 0,-321 31 0,-79 6 0,75-11 0,-113 10 0,14-4 0,-18-1 0,-10-3 0,-29-13 0,-1 2 0,-1 2 0,-72-21 0,-146-20 0,-775-79 0,1015 135 0,-814-48 0,1 50 0,822 1 0,-19 0 0,0 1 0,-56 10 0,75-8 0,0 0 0,0 1 0,0 0 0,1 0 0,-1 1 0,1 1 0,0 0 0,1 0 0,-1 1 0,-11 10 0,-151 133 0,82-74 0,78-64 0,-1 0 0,2 1 0,0 0 0,0 1 0,1 0 0,1 0 0,0 1 0,1 1 0,-10 26 0,11-18 0,0 0 0,1 0 0,1 1 0,2-1 0,0 1 0,1 30 0,1 2 0,-18 105 0,16-156 0,1-20 0,1-26 0,8-39 0,30-140 0,-27 180 0,2 0 0,21-44 0,14-47 0,-43 114 0,0 0 0,-1 0 0,-1 0 0,0 0 0,-1-1 0,-2-22 0,0 36 0,1-1 0,-1 0 0,0 0 0,0 0 0,0 0 0,0 0 0,-1 1 0,1-1 0,-1 1 0,0-1 0,0 1 0,-3-5 0,3 7 0,1 0 0,0 0 0,0 0 0,-1 0 0,1 0 0,0 0 0,-1 1 0,1-1 0,-1 0 0,1 1 0,-1-1 0,0 1 0,1 0 0,-1-1 0,1 1 0,-1 0 0,0 0 0,1 0 0,-1 0 0,0 0 0,1 0 0,-1 0 0,1 1 0,-1-1 0,1 1 0,-1-1 0,0 1 0,1 0 0,0-1 0,-1 1 0,1 0 0,-2 1 0,-8 6 0,0 1 0,1 0 0,0 0 0,1 1 0,0 0 0,1 0 0,0 1 0,-10 18 0,-9 12 0,-44 51 0,40-55 0,3 1 0,1 1 0,-23 45 0,48-81 0,0 0 0,1 1 0,-1-1 0,1 1 0,0-1 0,-1 1 0,2-1 0,-1 1 0,0 0 0,1 0 0,0 0 0,-1-1 0,1 1 0,1 0 0,-1 0 0,1-1 0,-1 1 0,1 0 0,0 0 0,1-1 0,1 6 0,0-5 0,1-1 0,-1 1 0,1-1 0,-1 0 0,1 0 0,0 0 0,0 0 0,0-1 0,1 1 0,-1-1 0,1 0 0,-1-1 0,1 1 0,-1-1 0,1 0 0,9 2 0,29 1 0,0-1 0,0-2 0,0-3 0,62-8 0,377-72 0,-8-38 0,-421 103 0,-1-2 0,-1-3 0,54-30 0,-80 41 0,0 1 0,1 1 0,0 2 0,0 0 0,0 2 0,1 1 0,0 0 0,31 2 0,-146 7 0,-118 23 0,152-19 0,-484 87 0,452-83 0,-86 16 0,138-22 0,1 2 0,-59 24 0,90-32 0,0-1 0,0 1 0,1 0 0,-1 0 0,0-1 0,1 2 0,-1-1 0,1 0 0,-1 0 0,1 0 0,-1 1 0,1-1 0,0 0 0,-2 3 0,3-4 0,0 1 0,0-1 0,0 1 0,1-1 0,-1 1 0,0-1 0,0 1 0,0-1 0,0 1 0,0-1 0,0 0 0,1 1 0,-1-1 0,0 1 0,0-1 0,1 1 0,-1-1 0,0 0 0,1 1 0,-1-1 0,0 0 0,1 1 0,-1-1 0,1 0 0,-1 1 0,0-1 0,1 0 0,-1 0 0,1 0 0,-1 1 0,1-1 0,0 0 0,10 3 0,0 0 0,0 0 0,20 1 0,497 17-18,-386-22-128,1720-4 310,-2654 2-374,-846 6-424,1561-2 634,-113 15 0,149-4 0,41-12 0,0 0 0,0 0 0,-1 0 0,1 0 0,0 0 0,0 0 0,0 0 0,0 0 0,0 0 0,0 1 0,-1-1 0,1 0 0,0 0 0,0 0 0,0 0 0,0 0 0,0 0 0,0 1 0,0-1 0,0 0 0,0 0 0,0 0 0,0 0 0,0 0 0,0 1 0,-1-1 0,1 0 0,0 0 0,0 0 0,0 0 0,0 0 0,0 1 0,1-1 0,-1 0 0,0 0 0,0 0 0,0 0 0,0 1 0,0-1 0,0 0 0,0 0 0,0 0 0,0 0 0,0 0 0,0 0 0,0 1 0,1-1 0,-1 0 0,0 0 0,0 0 0,0 0 0,0 0 0,0 0 0,0 0 0,1 0 0,-1 0 0,0 0 0,0 1 0,0-1 0,27 6 0,201 9 0,-149-13 0,1931 59-1076,-1199-55 2683,-536-7-1294,-249 1-313,-1-1 0,1-1 0,-1-2 0,50-13 0,-63 13 0,-1 0 0,0 0 0,0-1 0,0-1 0,0 0 0,-1 0 0,0-1 0,-1 0 0,1-1 0,-1 0 0,-1 0 0,12-15 0,-8 6 0,0-1 0,-2-1 0,0 0 0,-1 0 0,-1-1 0,0 0 0,5-28 0,-6 12 0,-1 1 0,-3-1 0,0-60 0,-2 35 0,3-1 0,3 1 0,19-81 0,-17 109 0,-5 29 0,-1 11 0,0 16 0,0 458 0,-6-254 0,2-194 0,-1-31 0,-2-7 0,-2-13 0,-36-122 0,-13-54 0,44 145 0,-33-125 0,35 145 0,-1 0 0,-2 0 0,-25-45 0,30 65 0,0 0 0,0 0 0,-1 1 0,0 0 0,0 0 0,-1 1 0,0 0 0,-1 1 0,1 0 0,-1 0 0,0 1 0,-1 0 0,1 1 0,-1 0 0,0 0 0,-16-2 0,13 3 0,0 1 0,0 0 0,0 1 0,0 1 0,0 0 0,0 1 0,0 0 0,0 1 0,0 1 0,0 0 0,1 1 0,-25 10 0,4 6 0,0 2 0,1 1 0,2 2 0,-43 42 0,-57 43 0,112-96 0,-1-2 0,0-1 0,0 0 0,-1-2 0,-1 0 0,0-1 0,0-1 0,0-2 0,-1 0 0,0-1 0,-24 1 0,-482-3 0,306-8 0,-1043 5 0,-79-1 0,869-16 0,430 14 0,40 1 0,28 1 0,208-2 0,-160 4 0,994 35-1085,7 45-675,-431-29 1312,-284-23 446,468 31 7,0-24-34,-430-37 61,-370 2 691,-56 3-269,-180 11 1236,-1382 55-3317,-548-63 592,640-7-4379,1705 1 6887,36 0-545,85 0 55,75 0-248,2200 0-3565,-1473 0-382,-1333 0 3212,-25 0 0,-68 0 0,-3734 0 5546,3904 2-5538,-185 27 1,232-16-3344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4T10:47:10.815"/>
    </inkml:context>
    <inkml:brush xml:id="br0">
      <inkml:brushProperty name="width" value="0.3" units="cm"/>
      <inkml:brushProperty name="height" value="0.6" units="cm"/>
      <inkml:brushProperty name="color" value="#FFFFE1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0,'5'0,"18"0,21 0,30 0,18 0,20 0,18 0,3 6,-6 1,-13-1,-11 0,-6-2,-9 4,-19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4T10:47:11.202"/>
    </inkml:context>
    <inkml:brush xml:id="br0">
      <inkml:brushProperty name="width" value="0.3" units="cm"/>
      <inkml:brushProperty name="height" value="0.6" units="cm"/>
      <inkml:brushProperty name="color" value="#FFFFE1"/>
      <inkml:brushProperty name="tip" value="rectangle"/>
      <inkml:brushProperty name="rasterOp" value="maskPen"/>
      <inkml:brushProperty name="ignorePressure" value="1"/>
    </inkml:brush>
  </inkml:definitions>
  <inkml:trace contextRef="#ctx0" brushRef="#br0">81 0,'-5'6,"-7"1,-18-1,-4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4T10:47:11.635"/>
    </inkml:context>
    <inkml:brush xml:id="br0">
      <inkml:brushProperty name="width" value="0.3" units="cm"/>
      <inkml:brushProperty name="height" value="0.6" units="cm"/>
      <inkml:brushProperty name="color" value="#FFFFE1"/>
      <inkml:brushProperty name="tip" value="rectangle"/>
      <inkml:brushProperty name="rasterOp" value="maskPen"/>
      <inkml:brushProperty name="ignorePressure" value="1"/>
    </inkml:brush>
  </inkml:definitions>
  <inkml:trace contextRef="#ctx0" brushRef="#br0">1546 312,'-5'0,"-8"0,-17 0,-25-5,-19-7,-7-7,4-6,4 2,5 4,3 1,-9-8,-29-4,-13 2,-19 1,-34 0,-42-1,15 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4T10:47:14.290"/>
    </inkml:context>
    <inkml:brush xml:id="br0">
      <inkml:brushProperty name="width" value="0.3" units="cm"/>
      <inkml:brushProperty name="height" value="0.6" units="cm"/>
      <inkml:brushProperty name="color" value="#FFFFE1"/>
      <inkml:brushProperty name="tip" value="rectangle"/>
      <inkml:brushProperty name="rasterOp" value="maskPen"/>
      <inkml:brushProperty name="ignorePressure" value="1"/>
    </inkml:brush>
  </inkml:definitions>
  <inkml:trace contextRef="#ctx0" brushRef="#br0">1253 150,'-17'0,"-31"0,-34-6,-41-6,-21-7,-7 0,6 3,23 4,10 0,8-5,17 1,18 4,20 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4T10:47:15.165"/>
    </inkml:context>
    <inkml:brush xml:id="br0">
      <inkml:brushProperty name="width" value="0.3" units="cm"/>
      <inkml:brushProperty name="height" value="0.6" units="cm"/>
      <inkml:brushProperty name="color" value="#FFFFE1"/>
      <inkml:brushProperty name="tip" value="rectangle"/>
      <inkml:brushProperty name="rasterOp" value="maskPen"/>
      <inkml:brushProperty name="ignorePressure" value="1"/>
    </inkml:brush>
  </inkml:definitions>
  <inkml:trace contextRef="#ctx0" brushRef="#br0">144 0,'61'2,"101"15,62 28,-195-39,321 71,510 105,-570-124,-76-5,-199-48,1 0,0 2,-1-1,-1 2,21 13,-33-20,0 0,-1 1,1-1,0 1,0 0,-1-1,1 1,-1 0,0 0,0 0,1 0,-1 0,1 4,-2-5,0 0,0 0,0-1,0 1,0 0,0 0,0 0,0 0,-1 0,1 0,0 0,0 0,-1 0,1 0,-1-1,1 1,-1 0,1 0,-1 0,0-1,1 1,-2 1,-4 2,0-1,0 1,0-1,0-1,-1 1,1-1,-1 0,-7 1,-68 11,-1-5,-98 0,172-8,-866 2,341-7,410 8,1 5,-140 30,181-26,79-13,1 1,-1-1,0 0,0 0,1 0,-1 0,0 0,0-1,1 1,-1-1,-4-1,7 1,0 1,0 0,-1 0,1 0,0-1,0 1,0 0,0 0,0-1,0 1,0 0,0-1,-1 1,1 0,0 0,0-1,0 1,0 0,0 0,1-1,-1 1,0 0,0 0,0-1,0 1,0 0,0 0,0-1,0 1,1 0,-1 0,0-1,0 1,0 0,1 0,18-16,10-2,2 2,0 1,1 1,37-10,152-36,-138 40,1308-323,-1246 307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4T10:47:15.504"/>
    </inkml:context>
    <inkml:brush xml:id="br0">
      <inkml:brushProperty name="width" value="0.3" units="cm"/>
      <inkml:brushProperty name="height" value="0.6" units="cm"/>
      <inkml:brushProperty name="color" value="#FFFFE1"/>
      <inkml:brushProperty name="tip" value="rectangle"/>
      <inkml:brushProperty name="rasterOp" value="maskPen"/>
      <inkml:brushProperty name="ignorePressure" value="1"/>
    </inkml:brush>
  </inkml:definitions>
  <inkml:trace contextRef="#ctx0" brushRef="#br0">1147 0,'-5'0,"-24"11,-22 3,-30-1,-37-2,-21-3,-3-3,-3-3,12-1,12-1,17 0,25-1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4T10:47:16.334"/>
    </inkml:context>
    <inkml:brush xml:id="br0">
      <inkml:brushProperty name="width" value="0.3" units="cm"/>
      <inkml:brushProperty name="height" value="0.6" units="cm"/>
      <inkml:brushProperty name="color" value="#FFFFE1"/>
      <inkml:brushProperty name="tip" value="rectangle"/>
      <inkml:brushProperty name="rasterOp" value="maskPen"/>
      <inkml:brushProperty name="ignorePressure" value="1"/>
    </inkml:brush>
  </inkml:definitions>
  <inkml:trace contextRef="#ctx0" brushRef="#br0">2519 340,'-289'0,"-667"-4,17-32,727 14,197 20,0-1,0 0,0-1,1-1,-21-9,35 14,-1 0,0 0,0-1,1 1,-1 0,0-1,1 1,-1 0,1-1,-1 1,0-1,1 1,-1 0,1-1,-1 0,1 1,0-1,-1 1,1-1,-1 0,1 1,0-1,-1 1,1-1,0 0,0 0,0 1,0-1,0 0,-1 1,1-1,0 0,1 0,-1 1,0-1,0 0,0 1,0-1,0 0,1 1,-1-1,0 0,1 1,-1-1,0 0,1 1,-1-1,1 1,-1-1,1 1,-1-1,1 1,-1-1,1 1,0 0,-1-1,2 1,7-5,0 0,1 2,-1-1,1 1,0 0,12-1,264-33,-214 29,826-78,-1 30,-880 56,133-1,-130 2,-1 1,1 0,-1 2,38 12,-52-14,0 0,0 0,0 1,0-1,-1 1,1 1,7 6,-10-9,-1 1,1 0,-1 0,1 0,-1 0,0 0,1 0,-1 1,0-1,-1 0,1 1,0-1,-1 0,1 3,-1 0,-1-1,1 1,-1-1,0 0,0 1,-1-1,1 0,-1 0,0 0,0 0,-1 0,1 0,-1-1,1 1,-1-1,0 1,-1-1,-5 4,-23 19,0-3,-2 0,-1-3,0 0,-49 18,0-6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0:47:25.5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3735 212 24575,'-395'23'28,"3"27"-52,120-14-113,-30-2-404,-159 21 579,325-31-5,100-12-33,35-12 0,1 0 0,-1 0 0,1 0 0,-1 0 0,1 1 0,0-1 0,-1 0 0,1 0 0,-1 1 0,1-1 0,0 0 0,-1 0 0,1 1 0,0-1 0,-1 1 0,1-1 0,0 0 0,-1 1 0,1-1 0,0 1 0,0-1 0,0 0 0,-1 1 0,1-1 0,0 1 0,0-1 0,0 1 0,0-1 0,0 1 0,0 0 0,3 2 0,0-1 0,0 0 0,0 1 0,1-1 0,-1-1 0,1 1 0,-1 0 0,1-1 0,0 0 0,-1 1 0,1-2 0,8 2 0,141 28 0,100 5 0,101 11-164,77 8-655,960 106-1762,-3-39 1814,-1130-104 1160,-408-29-314,-517-13-496,268 13-15,-2254-73 2227,2588 86-1795,46 0 0,-1-1 0,0-1 0,0 0 0,-32-8 0,52 9 0,0 0 0,0 0 0,0 0 0,1 0 0,-1 0 0,0 0 0,0 0 0,0 0 0,0 0 0,0 0 0,0 0 0,0 0 0,0 0 0,0 0 0,0 0 0,0 0 0,0 0 0,1 0 0,-1-1 0,0 1 0,0 0 0,0 0 0,0 0 0,0 0 0,0 0 0,0 0 0,0 0 0,0 0 0,0 0 0,0 0 0,0-1 0,0 1 0,0 0 0,0 0 0,0 0 0,0 0 0,0 0 0,0 0 0,0 0 0,0 0 0,0 0 0,0-1 0,0 1 0,0 0 0,-1 0 0,1 0 0,0 0 0,26-3 0,279-8 0,-220 10 0,280-2-125,90 1-379,-177 1 293,955-9-484,-5-45 637,-1095 42 58,-113 8 0,-30 1 0,-65-2 0,-88 3 0,62 4 0,-229-2 69,-87 1 208,-226 3-168,-459-2 86,21-26-101,848 12-94,145 3 0,88 8 0,10-1 0,51-1 0,167 0 0,144 1-163,116 2-657,1573 0-2295,-691 4 4303,-1539-3 496,-78-1-1465,-107-6-368,-102-19-630,-93-27 288,-694-98 1501,-889-91-907,1881 220-103,196 15 0,46 5 0,12 0 0,132-2 0,179 5 0,148 2-164,2401 8-5541,-2801-10 5238,-22-1 184,-78 0 195,-134-1 88,-123 1-66,-100 0-199,-1857 0 851,2649 0-586,31 0-34,95 0-100,294-1 114,948 3 495,-1512 4-393,-222-4 27,0 1 0,35 8 0,-43-1-37,-23-9-72,1-1 0,-1 0 1,0 0-1,0 1 0,0-1 0,1 0 1,-1 0-1,0 1 0,0-1 0,0 0 1,0 1-1,0-1 0,0 0 0,0 1 1,0-1-1,0 0 0,0 0 0,0 1 1,0-1-1,0 0 0,0 1 0,0-1 1,0 0-1,0 1 0,0-1 0,0 0 1,0 1-1,0-1 0,0 0 0,-1 0 1,1 1-1,0-1 0,0 0 0,0 0 1,0 1-1,-1-1 0,1 0 0,0 0 1,0 0-1,-1 1 0,1-1 0,-9 5 0,0 0 0,0-1 0,-1 0 0,1-1 0,-1 0 0,-13 3 0,-160 33 0,-89 10 0,-729 75 1779,-8-47 946,723-57-2314,96-6 572,139-8-356,45-3-357,10-2-28,80 3 458,138-3-391,112-1-437,373-3-1078,758 2-1829,-1181 5 2709,-105 3 286,-114 2 40,-64-9 0,-1 0 0,0 0 0,0 0 0,0 0 0,0 0 0,0 0 0,1 0 0,-1 0 0,0 0 0,0 0 0,0 0 0,1 0 0,-1 0 0,0 0 0,0 0 0,0 0 0,0 0 0,1 0 0,-1 0 0,0 0 0,0 0 0,0 0 0,0 0 0,0 0 0,1 1 0,-1-1 0,0 0 0,0 0 0,0 0 0,0 0 0,0 0 0,0 0 0,1 1 0,-1-1 0,0 0 0,0 0 0,0 0 0,0 0 0,0 0 0,0 1 0,0-1 0,0 0 0,0 0 0,0 0 0,0 0 0,0 1 0,0-1 0,0 0 0,0 0 0,0 0 0,0 0 0,0 1 0,0-1 0,0 0 0,0 0 0,0 0 0,0 0 0,0 1 0,0-1 0,0 0 0,0 0 0,0 0 0,-1 0 0,1 0 0,0 1 0,0-1 0,0 0 0,-33 8 0,-351 13 0,245-18 0,-758 35-34,339-12 232,553-26-168,-40 2 535,43-1-416,6-1-17,27 0 40,965-17 849,-2-33 1462,-905 45-2406,118-13-52,-195 15-25,-22 0 0,-165-1 0,109 4 0,-2694 4-1398,2708-4 1398,-265-12 0,308 11 0,-1 0 0,0-1 0,-16-5 0,26 7 0,0 0 0,0 0 0,0 0 0,0 0 0,-1 0 0,1 0 0,0 0 0,0 0 0,0 0 0,0 0 0,0 0 0,-1 0 0,1 0 0,0-1 0,0 1 0,0 0 0,0 0 0,0 0 0,0 0 0,-1 0 0,1 0 0,0 0 0,0-1 0,0 1 0,0 0 0,0 0 0,0 0 0,0 0 0,0 0 0,0-1 0,0 1 0,0 0 0,0 0 0,0 0 0,0 0 0,0-1 0,0 1 0,0 0 0,0 0 0,0 0 0,0 0 0,0-1 0,0 1 0,0 0 0,0 0 0,0 0 0,0 0 0,0 0 0,0-1 0,0 1 0,0 0 0,0 0 0,0 0 0,1 0 0,-1 0 0,0 0 0,0-1 0,0 1 0,0 0 0,0 0 0,0 0 0,1 0 0,-1 0 0,0 0 0,0 0 0,0 0 0,1 0 0,32-8 0,270-9 0,-240 15 0,249-3-53,998 4 444,528-10 128,-1760 10-519,-72 3 0,-17 0 0,-126 9 0,-119-1 0,-99-2-76,-80-3-231,-2006 2-1243,2371-8 1550,57 1 0,34 0 0,2090-1-562,-1230 1 1606,-1245 0 1297,37 0-2429,-2327 0-3266,2915 0 3354,24 0-55,151 2-56,560-5-56,-716-10 167,-220 6-20,59-13 0,-97 15 54,-1-1 0,1-1 0,-1-1 0,-1-1 0,29-16 0,-40 19 85,1-1 0,-1 0 0,0-1 0,-1 1 0,0-2 0,0 1 0,-1-1 0,0-1 0,0 1 0,-1-1 1,0 0-1,5-14 0,1-8 464,-1 0 0,10-60 0,-2 10 374,-18 76-800,1 0-1,0 0 0,1 0 1,-1 0-1,1 1 0,0-1 1,6-7-1,-8 12-129,0 0 0,-1 1 0,1-1 0,0 0 0,-1 1 0,1-1 0,0 1 1,-1-1-1,1 1 0,0-1 0,0 1 0,0 0 0,0-1 0,-1 1 0,1 0 0,0 0 0,0 0 0,0-1 0,0 1 0,0 0 1,0 0-1,-1 0 0,3 1 0,-2-1-9,1 1 0,0 0-1,-1 0 1,1 0 0,0 1 0,-1-1 0,1 0 0,-1 0 0,0 1 0,1-1 0,-1 1 0,0-1-1,0 1 1,0 0 0,1 3 0,8 18-9,0 0 0,-2 1 0,-1 0 0,5 35 0,-8-39-10,43 222 1,58 232 0,-88-429 0,-9-36 0,-3-16 0,0-22 0,2-74 0,9-69 0,31-47 0,12-75 0,-56 280 0,-2 37 0,-1-17 0,-3 191 0,2 157 0,1-339 0,0-8 0,-1 1 0,2-1 0,-1 0 0,1 1 0,0-1 0,1 0 0,-1 1 0,5 8 0,-3-17 0,0-11 0,5-54 0,-2 0 0,-5-91 0,-2 73 0,0-112 0,0 214 0,-1-1 0,0 1 0,-2-1 0,0 1 0,-1-1 0,0 0 0,-2-1 0,0 1 0,-1-1 0,0-1 0,-1 1 0,-1-2 0,-18 22 0,8-13 0,-1-1 0,-1 0 0,-1-2 0,-1-1 0,0-1 0,-2-1 0,-33 17 0,-32 10 0,-2-5 0,-2-4 0,-133 30 0,-304 40 0,464-93 0,-57 9 0,-188 10 0,297-30 0,0-2 0,-31-3 0,44 3 0,-1 0 0,1 0 0,-1 0 0,0 0 0,1 0 0,0-1 0,-1 1 0,1-1 0,0 0 0,0 0 0,0 0 0,0-1 0,0 1 0,1-1 0,-1 1 0,1-1 0,-3-3 0,4 4 0,0 0 0,0 0 0,0 0 0,1 0 0,-1 0 0,0 0 0,1 0 0,0 0 0,-1 0 0,1 0 0,0 0 0,0-1 0,0 1 0,0 0 0,1 0 0,-1 0 0,1 0 0,-1 0 0,1 0 0,-1 0 0,1 0 0,0 0 0,0 0 0,0 0 0,0 0 0,3-3 0,3-2 0,-1-1 0,2 1 0,-1 0 0,16-10 0,37-23 0,2 4 0,2 2 0,99-37 0,-88 39 0,82-33 0,173-81 0,-314 138 0,0-1 0,-2 0 0,16-12 0,-28 20 0,0-1 0,-1 1 0,1-1 0,-1 1 0,0-1 0,1 0 0,-1 1 0,0-1 0,0 0 0,0 0 0,2-3 0,-3 4 0,0 0 0,0 1 0,0-1 0,0 0 0,0 0 0,0 1 0,0-1 0,0 0 0,0 1 0,-1-1 0,1 0 0,0 1 0,0-1 0,-1 0 0,1 1 0,0-1 0,-1 0 0,1 1 0,0-1 0,-1 1 0,1-1 0,-1 1 0,1-1 0,-1 0 0,-4-2 0,0 0 0,-1 0 0,1 1 0,0 0 0,-1 0 0,1 0 0,-1 1 0,-6-1 0,-76-14 0,-96-2 0,101 11 0,-208-20-164,-1865-109-2887,2075 134 3051,68 2 0,16 1 0,103 9 0,-40-4 0,204 19-164,1562 97-2018,-1769-120 2821,-127-2-414,-133-1-216,-137 0-102,-143-1-281,-141 1 116,-2380 0-1452,3473 3 1793,52 9-247,164 13-552,37 3 249,1352 57-106,-1749-66-171,-301-16 495,54 9 0,-86-9 189,-13 0 23,-59 2 23,-193 0 14,-128-2-102,-1455-5 463,1510 2 1502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0:47:34.9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1272 955 24575,'2'1'0,"0"0"0,-1 0 0,1 1 0,0-1 0,0 0 0,0 0 0,0-1 0,0 1 0,0 0 0,0-1 0,1 1 0,-1-1 0,0 0 0,0 0 0,5 0 0,7 1 0,89 8 0,0-4 0,0-5 0,133-17 0,304-74 0,3-30 0,-516 115 0,-10 2 0,-1 0 0,1 1 0,0 1 0,0 0 0,0 2 0,32 2 0,-49-2 0,0 0 0,-1 0 0,1 0 0,0 0 0,-1 1 0,1-1 0,0 0 0,0 0 0,0 0 0,-1 0 0,1 1 0,0-1 0,0 0 0,0 0 0,-1 1 0,1-1 0,0 0 0,0 0 0,0 1 0,0-1 0,0 0 0,0 0 0,0 1 0,-1-1 0,1 0 0,0 1 0,0-1 0,0 0 0,0 0 0,0 1 0,0-1 0,0 0 0,1 1 0,-1-1 0,0 0 0,0 0 0,0 1 0,0-1 0,0 0 0,0 0 0,0 1 0,1-1 0,-1 0 0,0 0 0,0 1 0,0-1 0,0 0 0,1 0 0,-1 0 0,0 1 0,0-1 0,1 0 0,-1 0 0,0 0 0,0 0 0,1 0 0,-1 0 0,0 1 0,1-1 0,-1 0 0,0 0 0,0 0 0,1 0 0,-1 0 0,-16 9 0,-1 0 0,-1-2 0,0 0 0,0-1 0,-35 8 0,28-8 0,-510 128 0,-14-30 0,460-95 0,-168-6 0,213-4 0,41 1 0,-14 0 0,1-1 0,0 0 0,0-1 0,0 0 0,-20-7 0,34 9 0,1 0 0,-1-1 0,0 1 0,1-1 0,-1 1 0,1-1 0,-1 0 0,1 0 0,-1 1 0,1-1 0,0 0 0,-1 0 0,1 0 0,0-1 0,0 1 0,0 0 0,0 0 0,0-1 0,0 1 0,0-1 0,0 1 0,0-1 0,1 1 0,-1-1 0,1 1 0,-1-1 0,1 1 0,-1-1 0,1 0 0,0 1 0,0-1 0,0 0 0,0 1 0,0-1 0,0 0 0,1 1 0,-1-1 0,0 1 0,1-1 0,-1 0 0,1 1 0,0-1 0,-1 1 0,1-1 0,0 1 0,0 0 0,0-1 0,1 0 0,3-6 0,1 1 0,0-1 0,1 1 0,-1 1 0,1-1 0,0 1 0,10-6 0,4-2 0,42-20 0,-15 13 0,1 2 0,87-21 0,108-8 0,-221 44 0,799-131 0,-374 78 0,-1247 162-425,177-20-125,5-31 272,552-50 278,0-3 0,0-3 0,-92-13 0,146 13 0,1-1 0,0 1 0,0-2 0,0 1 0,0-1 0,1-1 0,-13-7 0,19 9 0,0 1 0,-1 0 0,2-1 0,-1 0 0,0 0 0,1 0 0,-1 0 0,1 0 0,0 0 0,0-1 0,0 1 0,0-1 0,1 1 0,-1-1 0,1 0 0,0 0 0,0 1 0,0-1 0,1 0 0,-1-6 0,4-12 0,-3 22 0,0-1 0,0 1 0,0 0 0,0-1 0,1 1 0,-1 0 0,0-1 0,0 1 0,0 0 0,1-1 0,-1 1 0,0 0 0,0 0 0,1-1 0,-1 1 0,0 0 0,0 0 0,1 0 0,-1-1 0,0 1 0,1 0 0,-1 0 0,0 0 0,1 0 0,-1 0 0,0 0 0,1 0 0,-1-1 0,1 1 0,0 1 0,1 0 0,-1 0 0,1 0 0,-1 0 0,0 1 0,1-1 0,-1 0 0,0 1 0,0-1 0,0 0 0,0 1 0,0-1 0,0 1 0,-1-1 0,1 1 0,0 0 0,-1-1 0,1 1 0,0 3 0,4 15 78,-1 0 0,-1 0 1,0 1-1,-2 0 1,0-1-1,-1 1 0,-4 25 1,1-21 25,-1 0 0,-1-1 1,-1 1-1,-2-1 1,-15 37-1,14-47-104,5-5 0,20-18 0,78-59 0,-2-4 0,-5-4 0,-2-4 0,83-102 0,-91 89 0,39-48 0,150-143 0,-253 272 0,1 0 0,25-16 0,-23 24 0,-16 4 0,0 0 0,0 0 0,1 1 0,-1-1 0,0 0 0,1 0 0,-1 1 0,0-1 0,0 0 0,0 1 0,1-1 0,-1 1 0,0-1 0,0 0 0,0 1 0,0-1 0,0 0 0,0 1 0,0-1 0,0 1 0,0-1 0,0 0 0,0 1 0,0-1 0,0 1 0,0-1 0,0 0 0,0 1 0,0-1 0,-1 1 0,-4 13 0,0 1 0,-15 23 0,-470 769 0,312-545 0,129-195 0,44-60 0,6-8 0,27-34 0,32-40 0,101-94 0,12 12 0,-155 136 0,-18 21 0,0 0 0,0 0 0,0 0 0,0 0 0,0 0 0,0 0 0,-1 0 0,1 0 0,0 0 0,0 0 0,0 0 0,0 0 0,0 0 0,0 0 0,0 0 0,0 0 0,-1 0 0,1 0 0,0 0 0,0 0 0,0 0 0,0 0 0,0 0 0,0 0 0,0-1 0,0 1 0,0 0 0,0 0 0,0 0 0,-1 0 0,1 0 0,0 0 0,0 0 0,0 0 0,0 0 0,0 0 0,0-1 0,0 1 0,0 0 0,0 0 0,0 0 0,0 0 0,0 0 0,0 0 0,0 0 0,0 0 0,0-1 0,0 1 0,0 0 0,0 0 0,0 0 0,0 0 0,0 0 0,0 0 0,0 0 0,0 0 0,0-1 0,1 1 0,-1 0 0,0 0 0,0 0 0,-39 20 0,34-17 0,-102 58 0,-346 221 0,443-275 0,-31 27 0,39-32 0,1-1 0,-1 1 0,1-1 0,-1 1 0,1 0 0,0-1 0,0 1 0,0 0 0,0 0 0,0 0 0,0 0 0,1 0 0,-1 0 0,1 0 0,-1 0 0,1 0 0,0 0 0,0 0 0,0 0 0,0 2 0,0-2 0,1-1 0,-1 1 0,1-1 0,0 0 0,0 0 0,0 1 0,-1-1 0,1 0 0,0 0 0,0 0 0,1 0 0,-1 0 0,0 0 0,0 0 0,0-1 0,1 1 0,-1 0 0,0-1 0,1 1 0,-1 0 0,0-1 0,3 1 0,19 4 0,0 0 0,0-2 0,0 0 0,0-1 0,33-3 0,-11 1 0,831-4 0,-188-3 0,-892 0 0,-230-29 40,61 4-244,-1013-82-1261,1209 97 902,129 10 422,42 4 114,8 1 19,74-3 43,127 3-35,114 2 0,90 1-163,344 2-1035,1256-1 12,-1710-8 1186,42-19 604,-308 18-483,-30 7-120,-1 0 0,0 0 0,0 0-1,1 0 1,-1 0 0,0 0 0,0 0 0,1 0-1,-1 0 1,0 0 0,1 0 0,-1 0 0,0-1-1,0 1 1,0 0 0,1 0 0,-1 0 0,0 0-1,0 0 1,1-1 0,-1 1 0,0 0 0,0 0-1,0 0 1,0-1 0,1 1 0,-1 0 0,0 0-1,0-1 1,0 1 0,0 0 0,0 0 0,0-1-1,0 1 1,0 0 0,0 0 0,1-1 0,-6-1-5,1 1 1,-1-1-1,1 1 1,-1 0 0,1 1-1,-1-1 1,1 1 0,-7 0-1,-345 8 4,352-7 0,-306 20 13,-1156 75 48,1281-83 103,184-13-158,-67 6 549,62-3-88,41-1 225,869-1-758,-478-5-304,-112 3 366,472 1 4,-654 5 0,-85 2 200,-45-3 9,-10 1 36,-12 0 152,-37 6-1,-566 49-311,505-51-77,70-5 3,-574 30 142,560-35 315,61 1-460,1 0-1,-1 0 1,1 0-1,0 0 1,-1 0-1,1 0 1,0 0-1,-1 0 1,1 0-1,0 0 1,-1 0-1,1 0 1,-1 0-1,1 0 1,0 0-1,-1-1 1,1 1-1,0 0 1,-1 0-1,1 0 1,0 0-1,-1-1 1,1 1-1,0 0 1,0 0-1,-1-1 1,1 1-1,0 0 1,0-1-1,0 1 1,-1 0-1,1-1 1,23-9 190,95-16-187,170-17-1,-154 26-12,-60 8 2,109-15 0,222-59 0,-374 75 0,0-2 0,0-1 0,-1-2 0,35-20 0,-55 27 0,0 0 0,-1-1 0,0 0 0,0 0 0,-1-1 0,0-1 0,0 1 0,-1-1 0,0 0 0,0-1 0,-1 0 0,-1 0 0,1 0 0,5-19 0,-5 6 0,-1 0 0,-2-1 0,0 1 0,-1-1 0,-2 0 0,-4-43 0,0 41 0,4 26 0,0 0 0,0 0 0,0 0 0,0 0 0,0 0 0,0 0 0,0 0 0,0-1 0,0 1 0,0 0 0,0 0 0,0 0 0,0 0 0,0 0 0,0 0 0,0 0 0,0-1 0,0 1 0,-1 0 0,1 0 0,0 0 0,0 0 0,0 0 0,0 0 0,0 0 0,0 0 0,0-1 0,0 1 0,0 0 0,0 0 0,0 0 0,-1 0 0,1 0 0,0 0 0,0 0 0,0 0 0,0 0 0,0 0 0,0 0 0,0 0 0,-1 0 0,1 0 0,0 0 0,0 0 0,0 0 0,0 0 0,0 0 0,0 0 0,0 0 0,-1 0 0,1 0 0,0 0 0,0 0 0,0 0 0,0 0 0,0 0 0,0 0 0,0 0 0,0 0 0,-1 0 0,1 1 0,0-1 0,0 0 0,0 0 0,0 0 0,0 0 0,0 0 0,0 0 0,-8 40 0,0 54 0,4 0 0,5 0 0,19 157 0,-17-237 0,0 0 0,0 0 0,2 0 0,-1 0 0,2 0 0,13 23 0,-18-34 0,1 0 0,0 0 0,1 0 0,-1 0 0,0-1 0,1 1 0,-1-1 0,1 1 0,0-1 0,0 0 0,0 0 0,0-1 0,0 1 0,0 0 0,0-1 0,1 0 0,-1 0 0,0 0 0,1 0 0,-1 0 0,1-1 0,-1 0 0,1 1 0,-1-1 0,1-1 0,0 1 0,-1 0 0,1-1 0,-1 0 0,0 0 0,1 0 0,-1 0 0,6-3 0,-3 1 0,-1 0 0,0-1 0,0 1 0,0-1 0,0 0 0,-1-1 0,0 1 0,0-1 0,0 0 0,0 0 0,-1 0 0,1 0 0,-1-1 0,-1 1 0,5-13 0,1-7 0,0 0 0,4-36 0,8-116 0,-8 42 0,-12 130 0,2-6 0,-1 0 0,0 0 0,-2-21 0,1 29 0,-1 1 0,1-1 0,-1 0 0,1 1 0,-1-1 0,0 0 0,0 1 0,0-1 0,-1 1 0,1-1 0,-1 1 0,1 0 0,-1 0 0,0-1 0,1 1 0,-1 0 0,0 0 0,-1 1 0,1-1 0,0 0 0,-4-1 0,-3 0 0,0 0 0,0 1 0,0 1 0,0-1 0,0 2 0,0-1 0,-1 1 0,1 0 0,0 1 0,0 0 0,-11 3 0,4-2 0,-351 59 0,-54 6 0,185-46 0,-297-12 0,522-11 0,17 0 0,33-3 0,-36 5 0,10-2 0,914-129 0,-789 100 0,-131 30 0,0-1 0,0 0 0,0-1 0,0 1 0,0-1 0,11-7 0,-18 9 0,0 1 0,0 0 0,1 0 0,-1 0 0,0 0 0,0 0 0,0-1 0,0 1 0,1 0 0,-1 0 0,0 0 0,0-1 0,0 1 0,0 0 0,0 0 0,0-1 0,0 1 0,0 0 0,1 0 0,-1-1 0,0 1 0,0 0 0,0 0 0,0-1 0,0 1 0,0 0 0,0 0 0,0-1 0,-1 1 0,1 0 0,0 0 0,0 0 0,0-1 0,0 1 0,0 0 0,0 0 0,0-1 0,-1 1 0,1 0 0,0 0 0,-18-8 0,-23 2 0,0 1 0,-75 2 0,67 2 0,-1408 1-782,743 4 514,-96-3 268,805-1-3,-38 2-34,42-2 42,0 0 1,0 0-1,0 0 0,0 0 1,0 1-1,0-1 0,0 0 1,1 0-1,-1 0 0,0 1 1,0-1-1,0 0 1,1 1-1,-1-1 0,0 1 1,0-1-1,1 1 0,-1-1 1,0 1-1,1 0 0,-1-1 1,0 1-1,1 0 0,-1-1 1,1 1-1,0 0 1,-1 0-1,1 0 0,-1-1 1,1 1-1,0 0 0,0 0 1,-1 0-1,1 0 0,0 0 1,0-1-1,0 2 1,1 0 29,-1-1 0,1 0 0,0 1 0,0-1 0,0 0 0,0 0 0,0 0 0,0 1 0,0-1 0,0 0 1,0-1-1,1 1 0,-1 0 0,0 0 0,0 0 0,1-1 0,-1 1 0,3 0 0,17 6 4,0-1-1,0 0 1,1-2 0,0-1-1,32 2 1,-5-1-51,855 69-400,-33-4 25,-793-62 390,108 11-42,215 49 1,-122-11 474,-232-50-348,0-2-1,0-2 1,0-2-1,50-7 0,19-5 154,-48 6-1044,107-23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0:47:43.2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1167 455 24575,'3264'0'0,"-3367"-14"0,-174-23 0,-432-37 0,197 71 0,422 4 0,-239-27 0,127 5 0,-169 6 0,-111-11 0,-186-60 0,326 4 0,76 14 0,260 67 0,0 0 0,-1 0 0,1 1 0,-1-1 0,1 1 0,0 1 0,-1-1 0,-6 2 0,12-2 0,0 1 0,1-1 0,-1 0 0,0 1 0,0-1 0,0 0 0,1 1 0,-1-1 0,0 1 0,0-1 0,1 1 0,-1 0 0,0-1 0,1 1 0,-1 0 0,1-1 0,-1 1 0,1 0 0,-1 0 0,1-1 0,-1 1 0,1 0 0,0 0 0,-1 1 0,1 0 0,0 1 0,0-1 0,1 0 0,-1 1 0,1-1 0,-1 0 0,1 0 0,0 0 0,0 0 0,0 0 0,0 1 0,0-2 0,0 1 0,3 3 0,7 10 0,2 0 0,0-1 0,0 0 0,27 20 0,73 46 0,-76-56 0,284 163 0,-243-146 0,-38-17 0,-2 1 0,-1 3 0,40 37 0,-14-12 0,-57-48 0,1-1 0,0 0 0,0 0 0,0 0 0,0-1 0,1 0 0,-1-1 0,1 0 0,0 0 0,10 1 0,10 0 0,43-2 0,-44-1 0,501-8 0,-250-7 0,-26-1 0,396 15 0,-301 3 0,-89 14 0,-180-7 0,-1-4 0,153-9 0,216-58 0,-345 47 0,-49 10 0,34-7 0,-79 11 0,0-1 0,0 0 0,-1 0 0,1-1 0,-1 0 0,1 0 0,-1-1 0,0 0 0,8-6 0,-11 7 0,-1 1 0,1-1 0,-1 0 0,0 1 0,0-1 0,-1 0 0,1 0 0,0 0 0,-1 0 0,0-1 0,0 1 0,0 0 0,0 0 0,0-1 0,-1 1 0,1-1 0,-1 1 0,0 0 0,0-1 0,0 1 0,-1-1 0,1 1 0,-1-1 0,-2-5 0,-2-7 0,-1 1 0,-1 0 0,0 0 0,-11-14 0,-1-5 0,14 22 0,-1 2 0,0-1 0,-1 1 0,0 0 0,-1 0 0,0 1 0,0 0 0,-1 0 0,0 1 0,-1 0 0,0 0 0,0 1 0,0 1 0,-1 0 0,0 0 0,0 1 0,-1 1 0,1 0 0,-18-4 0,-48-11 0,0 3 0,-156-11 0,-164 21 0,90 25 0,-9 1 0,-484-21 0,784 0 0,-1 1 0,1 1 0,0 1 0,0 0 0,0 1 0,0 0 0,0 2 0,0 0 0,1 0 0,0 2 0,0 0 0,1 0 0,-20 15 0,-4 2 0,-2-1 0,0-2 0,-2-1 0,0-3 0,-76 21 0,79-28 0,-1-2 0,-46 3 0,50-8 0,0 2 0,1 1 0,-40 13 0,66-15 0,0 0 0,0 1 0,0 0 0,0 0 0,1 1 0,0 0 0,0 0 0,1 1 0,-11 11 0,-4 8 0,-27 44 0,32-43 0,-30 34 0,0-13 0,-2-2 0,-55 41 0,95-80 0,0-1 0,0 0 0,0 0 0,-1-1 0,1-1 0,-1 1 0,-1-2 0,-14 5 0,21-8 0,1 1 0,-1-1 0,1 1 0,-1-1 0,1 0 0,-1-1 0,1 1 0,-1 0 0,1-1 0,-1 0 0,1 0 0,0 0 0,-1 0 0,1-1 0,0 1 0,0-1 0,0 0 0,0 1 0,0-2 0,0 1 0,0 0 0,1 0 0,-1-1 0,1 0 0,0 1 0,0-1 0,0 0 0,0 0 0,-2-4 0,-4-12 0,0 0 0,1-1 0,1-1 0,-5-33 0,-6-16 0,11 49 0,1 3 0,0 1 0,-2-18 0,7 33 0,-1-1 0,1 1 0,0 0 0,1 0 0,-1 0 0,0 0 0,0 0 0,1-1 0,-1 1 0,1 0 0,0 0 0,0 0 0,0 0 0,0 0 0,0 0 0,0 1 0,0-1 0,0 0 0,1 1 0,-1-1 0,1 0 0,-1 1 0,1 0 0,0-1 0,0 1 0,-1 0 0,1 0 0,0 0 0,4-1 0,4-2 0,1 1 0,-1 0 0,1 0 0,18 0 0,-25 2 0,126-9 0,197 11 0,-207 3 0,-73-4 0,145 7 0,-147-3 0,0 1 0,51 14 0,227 72 0,270 63 0,-591-154 0,501 85 0,180 4 0,-378-48 0,-185-30 0,0-4 0,140-12 0,-247 5 0,0-1 0,0-1 0,0 0 0,0-1 0,0 0 0,22-10 0,-29 10 0,1 0 0,-1-1 0,0 0 0,-1 0 0,1 0 0,-1-1 0,0 0 0,0 0 0,0 0 0,-1-1 0,1 1 0,-1-1 0,-1 0 0,4-8 0,2-5 0,-2-1 0,0-1 0,-1 1 0,-1-1 0,-1 0 0,2-39 0,-8-134 0,-1 103 0,2 47 0,3-1 0,2 0 0,8-43 0,-9 78 0,-1 1 0,-1-1 0,0 1 0,-1-1 0,1 0 0,-3-10 0,2 17 0,-1 0 0,0 0 0,0 0 0,0 0 0,0 0 0,0 1 0,-1-1 0,1 0 0,-1 1 0,0-1 0,1 1 0,-1 0 0,0 0 0,-1 0 0,1 0 0,0 0 0,-1 0 0,1 0 0,-1 1 0,1-1 0,-1 1 0,0 0 0,1-1 0,-5 0 0,-9-2 0,0 0 0,0 1 0,0 1 0,0 0 0,-1 1 0,-31 2 0,-107 20 0,100-12 0,-287 36 0,-50 8 0,94 6 0,208-37 0,58-13 0,-32 6 0,-180 7 0,-5 0 0,-18 26 0,-200 22 0,-153-54 335,91-5-2035,427-6-5126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0:47:45.4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10:47:52.6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2375 376 24575,'-63'3'0,"0"3"0,-99 22 0,111-18 0,-361 57 0,-235-53 0,323-14 0,1843-4-964,-855 6 690,-255-14 438,-12-12 597,-109 8-448,-266 15-313,253-11 0,-929 11 0,284 3 0,-2685-2 0,3032 1 0,1-2 0,-1 0 0,-40-9 0,46 2 0,17 7 0,0 1 0,0 0 0,0 0 0,0-1 0,0 1 0,0 0 0,0 0 0,0-1 0,0 1 0,0 0 0,0 0 0,0-1 0,0 1 0,1 0 0,-1 0 0,0-1 0,0 1 0,0 0 0,0 0 0,0-1 0,0 1 0,1 0 0,-1 0 0,0 0 0,0 0 0,0-1 0,1 1 0,-1 0 0,0 0 0,0 0 0,1 0 0,-1 0 0,0 0 0,0-1 0,1 1 0,-1 0 0,40-10 0,238-14 0,13 21 0,-182 3 0,896 2 0,-892 1 0,-1 5 0,0 4 0,-1 6 0,115 33 0,31 23 0,267 61 0,-198-90 0,-236-32 0,-40-5 0,58 2 0,232-9 0,-192-2 0,-139 1 0,1 0 0,0-1 0,-1 0 0,1 0 0,-1-1 0,1-1 0,-1 1 0,0-1 0,17-9 0,-21 9 0,-1 0 0,1 0 0,-1-1 0,0 0 0,0 0 0,0 0 0,0 0 0,-1 0 0,0-1 0,0 0 0,0 0 0,0 1 0,-1-2 0,0 1 0,0 0 0,0 0 0,-1-1 0,2-8 0,1-18 0,-1-1 0,-3-52 0,-1 45 0,6-51 0,-2 62 0,-1 8 0,1 0 0,9-34 0,-12 53 0,1 0 0,-1 0 0,1 0 0,0 0 0,0 0 0,0 0 0,0 0 0,0 0 0,1 0 0,-1 1 0,0-1 0,1 0 0,0 1 0,-1-1 0,1 1 0,0-1 0,2 0 0,-3 1 0,1 1 0,-1 0 0,1-1 0,-1 1 0,1 0 0,-1 0 0,1 0 0,-1 0 0,1 0 0,0 0 0,-1 0 0,1 0 0,-1 1 0,1-1 0,-1 1 0,1-1 0,-1 1 0,0 0 0,2 0 0,4 4 0,-1-1 0,0 1 0,0 0 0,0 1 0,-1 0 0,1-1 0,-2 2 0,1-1 0,4 8 0,34 66 0,-3 2 0,33 100 0,-33-77 0,38 107 0,-76-205 0,1 0 0,-2 0 0,1 0 0,-1 0 0,0 9 0,-1-14 0,0 0 0,0 0 0,0 0 0,0 0 0,-1 0 0,1 0 0,-1 0 0,1 0 0,-1 0 0,0-1 0,0 1 0,1 0 0,-1 0 0,-1-1 0,1 1 0,0 0 0,0-1 0,0 1 0,-1-1 0,1 0 0,-1 1 0,1-1 0,-1 0 0,0 0 0,-1 1 0,-8 2 0,1 0 0,-1-1 0,0 0 0,0-1 0,0 0 0,-13 1 0,-74-1 0,66-2 0,-386-5 0,384 1 0,1-1 0,0-2 0,0-1 0,-37-15 0,35 11 0,-1 2 0,0 1 0,-56-7 0,-396-15 0,234 0 0,89 7 0,-192-11 0,-160-21 0,249 41 0,49 6 0,163 4 0,-603-40 0,593 44 0,-433-18 0,487 18 0,1 0 0,0 1 0,0-2 0,0 1 0,0-2 0,0 1 0,0-1 0,1-1 0,-13-5 0,22 8 0,1 1 0,0 0 0,-1 0 0,1 0 0,0 0 0,-1-1 0,1 1 0,0 0 0,0 0 0,-1-1 0,1 1 0,0 0 0,0 0 0,0-1 0,-1 1 0,1 0 0,0-1 0,0 1 0,0 0 0,0-1 0,0 1 0,-1 0 0,1-1 0,0 1 0,0 0 0,0-1 0,0 1 0,0 0 0,0-1 0,0 1 0,0 0 0,0-1 0,0 1 0,1-1 0,-1 1 0,0 0 0,0-1 0,0 1 0,0 0 0,0 0 0,1-1 0,-1 1 0,0 0 0,0-1 0,1 1 0,-1 0 0,0 0 0,0-1 0,1 1 0,-1 0 0,0 0 0,1 0 0,-1-1 0,0 1 0,0 0 0,1 0 0,-1 0 0,0 0 0,1 0 0,12-5 0,0 1 0,1 0 0,-1 1 0,0 0 0,1 2 0,0-1 0,26 2 0,1-2 0,1079-10 0,-735 15 0,150 10 0,-516-12 0,58 6 0,-70-6 0,0 1 0,0-1 0,0 1 0,-1 1 0,1-1 0,-1 1 0,1 0 0,5 4 0,-10-5 0,0-1 0,0 1 0,0-1 0,-1 1 0,1 0 0,-1 0 0,1 0 0,-1-1 0,1 2 0,-1-1 0,0 0 0,0 0 0,0 0 0,0 0 0,0 1 0,-1-1 0,1 0 0,-1 1 0,0-1 0,1 1 0,-1-1 0,0 0 0,0 1 0,0-1 0,-1 4 0,-1 2 0,-1 0 0,1-1 0,-1 0 0,0 1 0,-1-1 0,1 0 0,-6 7 0,-9 10 0,-2 0 0,0-1 0,-1 0 0,-2-2 0,0-1 0,-1-1 0,-1-1 0,0 0 0,-2-3 0,-37 18 0,-13 1 0,-1-3 0,-136 33 0,-633 121 0,772-170 0,-140 9 0,176-27 0,38 3 0,1 0 0,0 0 0,-1-1 0,1 1 0,0 0 0,-1 0 0,1 0 0,0 0 0,-1 0 0,1 0 0,0-1 0,-1 1 0,1 0 0,0 0 0,0 0 0,-1-1 0,1 1 0,0 0 0,0 0 0,-1-1 0,1 1 0,0 0 0,0-1 0,0 1 0,-1 0 0,1-1 0,0 1 0,0 0 0,0-1 0,0 1 0,0 0 0,0-2 0,0 1 0,1 0 0,0 0 0,0 0 0,0-1 0,0 1 0,0 0 0,0 0 0,0 0 0,0 0 0,0 0 0,1 1 0,-1-1 0,0 0 0,2 0 0,20-10 0,1 0 0,1 2 0,34-8 0,-16 4 0,70-22 0,378-111 0,11 28 0,-494 116 0,155-24 0,-138 23 0,-1 2 0,1 0 0,0 1 0,31 5 0,-47 0 0,-17 1 0,-27 6 0,34-12 0,-139 37 0,-1-5 0,-255 22 0,-307-39 0,677-18 0,1-1 0,-1-1 0,1-1 0,1-1 0,-1-2 0,-31-14 0,-54-18 0,109 40 0,-18-3 0,1-2 0,-1 0 0,1-2 0,-20-10 0,36 17 0,0 0 0,0-1 0,1 1 0,-1 0 0,0-1 0,1 1 0,-1-1 0,1 1 0,-1-1 0,1 1 0,0-1 0,0 0 0,-1 0 0,0-2 0,2 3 0,0 0 0,0 0 0,0 1 0,0-1 0,0 0 0,0 0 0,0 0 0,0 0 0,0 1 0,1-1 0,-1 0 0,0 0 0,0 0 0,1 1 0,-1-1 0,1 0 0,-1 0 0,0 1 0,1-1 0,-1 0 0,1 1 0,0-1 0,-1 1 0,2-2 0,4-2 0,1 0 0,-1 1 0,1-1 0,0 1 0,0 1 0,0-1 0,12-1 0,67-15 0,155-12 0,98 15 0,-265 14 0,1345-7 0,-785 13 0,-477-2 0,169-6 0,-311 3 0,-1-1 0,0 0 0,0-1 0,0-1 0,0 0 0,0-1 0,17-9 0,-27 12 0,0 0 0,0 0 0,0-1 0,-1 1 0,1-1 0,-1 0 0,1 0 0,-1 0 0,0 0 0,0-1 0,0 1 0,-1-1 0,1 0 0,-1 0 0,0 0 0,0 0 0,0 0 0,-1 0 0,1-1 0,-1 1 0,0-1 0,0 1 0,-1-1 0,1 1 0,-1-1 0,0 1 0,-1-7 0,-1 2 0,-1 0 0,0 0 0,0 1 0,-1-1 0,0 1 0,0 0 0,-1 0 0,0 0 0,0 0 0,-1 1 0,0 0 0,-1 0 0,1 1 0,-1 0 0,-11-8 0,-8-5 0,0 2 0,-1 1 0,-39-17 0,2 6 0,-1 3 0,-1 3 0,-88-15 0,-210-20 0,334 53 0,-331-47 0,-188-21 0,-550-71 0,1023 127 0,69 9 0,22 3 0,164 5 0,-98 2 0,-19-2-3,739 28-380,0 26 38,102 23 345,-367 2 0,-523-79 0,2 1 0,0 0 0,-1 1 0,1 0 0,21 10 0,-33-12 0,-1-1 0,1 1 0,0-1 0,0 1 0,-1 0 0,1 0 0,-1 0 0,0 1 0,0-1 0,1 0 0,-1 1 0,-1-1 0,1 1 0,0 0 0,-1 0 0,1 0 0,-1 0 0,0 0 0,0 0 0,0 0 0,0 0 0,-1 0 0,1 0 0,-1 0 0,0 1 0,0-1 0,0 4 0,-2 3 28,0-1 0,-1 1 0,0-1 1,0 0-1,-1 0 0,0 0 0,0 0 0,-1-1 0,0 0 0,-1 0 0,0 0 1,-9 9-1,-11 10 94,-1-2-1,-31 23 1,-2-3-118,-2-3-1,-2-3 1,-1-3-1,-88 36 1,54-34 2,-2-4-1,-149 29 1,-223 1-41,2-41-104,-1123-21-468,960-7 516,530 3 91,87 0 0,26-1 0,182-14 0,-71 8 0,2062-89-1682,-2013 98-3990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734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88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50.png"/><Relationship Id="rId7" Type="http://schemas.openxmlformats.org/officeDocument/2006/relationships/customXml" Target="../ink/ink6.xml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6.png"/><Relationship Id="rId10" Type="http://schemas.openxmlformats.org/officeDocument/2006/relationships/image" Target="../media/image7.png"/><Relationship Id="rId4" Type="http://schemas.openxmlformats.org/officeDocument/2006/relationships/customXml" Target="../ink/ink4.xml"/><Relationship Id="rId9" Type="http://schemas.openxmlformats.org/officeDocument/2006/relationships/customXml" Target="../ink/ink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jpeg"/><Relationship Id="rId3" Type="http://schemas.openxmlformats.org/officeDocument/2006/relationships/image" Target="../media/image6.svg"/><Relationship Id="rId12" Type="http://schemas.openxmlformats.org/officeDocument/2006/relationships/image" Target="../media/image1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0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10" Type="http://schemas.openxmlformats.org/officeDocument/2006/relationships/image" Target="../media/image150.png"/><Relationship Id="rId9" Type="http://schemas.openxmlformats.org/officeDocument/2006/relationships/customXml" Target="../ink/ink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0.png"/><Relationship Id="rId5" Type="http://schemas.openxmlformats.org/officeDocument/2006/relationships/customXml" Target="../ink/ink1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22.xml"/><Relationship Id="rId18" Type="http://schemas.openxmlformats.org/officeDocument/2006/relationships/image" Target="../media/image26.png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12" Type="http://schemas.openxmlformats.org/officeDocument/2006/relationships/image" Target="../media/image23.png"/><Relationship Id="rId17" Type="http://schemas.openxmlformats.org/officeDocument/2006/relationships/customXml" Target="../ink/ink24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5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11" Type="http://schemas.openxmlformats.org/officeDocument/2006/relationships/customXml" Target="../ink/ink21.xml"/><Relationship Id="rId5" Type="http://schemas.openxmlformats.org/officeDocument/2006/relationships/customXml" Target="../ink/ink18.xml"/><Relationship Id="rId15" Type="http://schemas.openxmlformats.org/officeDocument/2006/relationships/customXml" Target="../ink/ink23.xml"/><Relationship Id="rId10" Type="http://schemas.openxmlformats.org/officeDocument/2006/relationships/image" Target="../media/image22.png"/><Relationship Id="rId19" Type="http://schemas.openxmlformats.org/officeDocument/2006/relationships/image" Target="../media/image10.png"/><Relationship Id="rId4" Type="http://schemas.openxmlformats.org/officeDocument/2006/relationships/image" Target="../media/image19.png"/><Relationship Id="rId9" Type="http://schemas.openxmlformats.org/officeDocument/2006/relationships/customXml" Target="../ink/ink20.xml"/><Relationship Id="rId1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customXml" Target="../ink/ink2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3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customXml" Target="../ink/ink28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40636E-BD7B-4129-A423-10A308E0DA52}"/>
                  </a:ext>
                </a:extLst>
              </p14:cNvPr>
              <p14:cNvContentPartPr/>
              <p14:nvPr/>
            </p14:nvContentPartPr>
            <p14:xfrm>
              <a:off x="13309569" y="7947124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40636E-BD7B-4129-A423-10A308E0DA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46569" y="788412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DA17D23-F32A-47F9-A2B3-E098956457DB}"/>
                  </a:ext>
                </a:extLst>
              </p14:cNvPr>
              <p14:cNvContentPartPr/>
              <p14:nvPr/>
            </p14:nvContentPartPr>
            <p14:xfrm>
              <a:off x="12841209" y="7774684"/>
              <a:ext cx="1633680" cy="395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DA17D23-F32A-47F9-A2B3-E098956457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78209" y="7712044"/>
                <a:ext cx="1759320" cy="5212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23477E4-E408-447C-99C8-8ABD594E0155}"/>
              </a:ext>
            </a:extLst>
          </p:cNvPr>
          <p:cNvSpPr txBox="1"/>
          <p:nvPr/>
        </p:nvSpPr>
        <p:spPr>
          <a:xfrm>
            <a:off x="2675467" y="2257778"/>
            <a:ext cx="9031111" cy="156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	</a:t>
            </a:r>
          </a:p>
          <a:p>
            <a:pPr algn="ctr">
              <a:lnSpc>
                <a:spcPts val="3071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Internship Progress</a:t>
            </a:r>
          </a:p>
          <a:p>
            <a:pPr algn="ctr">
              <a:lnSpc>
                <a:spcPts val="3071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Review 1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B3922D-E6D9-4C1F-B53B-F29DC3695B4C}"/>
              </a:ext>
            </a:extLst>
          </p:cNvPr>
          <p:cNvSpPr txBox="1"/>
          <p:nvPr/>
        </p:nvSpPr>
        <p:spPr>
          <a:xfrm>
            <a:off x="2077156" y="3838222"/>
            <a:ext cx="10487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 MATRIX – ANDROID APP DEVELOPMENT USING GEN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45D90-8ABC-437B-8257-35031DAC8301}"/>
              </a:ext>
            </a:extLst>
          </p:cNvPr>
          <p:cNvSpPr txBox="1"/>
          <p:nvPr/>
        </p:nvSpPr>
        <p:spPr>
          <a:xfrm>
            <a:off x="1342139" y="5364571"/>
            <a:ext cx="5350933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Vismaya T M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1KI22CS122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6ED6C9-94BC-F630-BA55-412D164728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656" y="191261"/>
            <a:ext cx="1714500" cy="16478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38DE1B-5553-3B2E-F824-1C9E9C780D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24619" y="302339"/>
            <a:ext cx="2143125" cy="17602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304169C-8C53-6375-97D5-2A454F42A884}"/>
              </a:ext>
            </a:extLst>
          </p:cNvPr>
          <p:cNvSpPr txBox="1"/>
          <p:nvPr/>
        </p:nvSpPr>
        <p:spPr>
          <a:xfrm>
            <a:off x="2077156" y="557973"/>
            <a:ext cx="100474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                 KALPATARU INSTITUTE OF TECHNOLOGY, </a:t>
            </a:r>
            <a:r>
              <a:rPr lang="en-US" sz="2800" b="1" dirty="0" err="1"/>
              <a:t>Tiptur</a:t>
            </a:r>
            <a:endParaRPr lang="en-US" sz="2800" b="1" dirty="0"/>
          </a:p>
          <a:p>
            <a:endParaRPr lang="en-US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990C01-BF9D-5FBB-9799-5C3ED4D0FA79}"/>
              </a:ext>
            </a:extLst>
          </p:cNvPr>
          <p:cNvSpPr txBox="1"/>
          <p:nvPr/>
        </p:nvSpPr>
        <p:spPr>
          <a:xfrm>
            <a:off x="9935737" y="5361679"/>
            <a:ext cx="373565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PROGRAM COORDINATOR:</a:t>
            </a:r>
          </a:p>
          <a:p>
            <a:endParaRPr lang="en-US" sz="2000" b="1" dirty="0"/>
          </a:p>
          <a:p>
            <a:r>
              <a:rPr lang="en-US" sz="2400" b="1" dirty="0" err="1"/>
              <a:t>Mr.Tirumal</a:t>
            </a:r>
            <a:r>
              <a:rPr lang="en-US" sz="2400" b="1" dirty="0"/>
              <a:t> </a:t>
            </a:r>
            <a:r>
              <a:rPr lang="en-US" sz="2400" b="1" dirty="0" err="1"/>
              <a:t>Mutalikdesai</a:t>
            </a:r>
            <a:r>
              <a:rPr lang="en-US" sz="2400" b="1" dirty="0"/>
              <a:t> Sir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FD65C7-D4D2-F3D2-8F23-D2D52066998F}"/>
              </a:ext>
            </a:extLst>
          </p:cNvPr>
          <p:cNvSpPr txBox="1"/>
          <p:nvPr/>
        </p:nvSpPr>
        <p:spPr>
          <a:xfrm>
            <a:off x="3791656" y="1367411"/>
            <a:ext cx="8299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Dept.of</a:t>
            </a:r>
            <a:r>
              <a:rPr lang="en-US" sz="2800" b="1" dirty="0"/>
              <a:t> Computer Science and Engineering</a:t>
            </a:r>
            <a:endParaRPr lang="en-IN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73C01D7-FEA7-403D-91CD-6C1E8DF366DF}"/>
                  </a:ext>
                </a:extLst>
              </p14:cNvPr>
              <p14:cNvContentPartPr/>
              <p14:nvPr/>
            </p14:nvContentPartPr>
            <p14:xfrm>
              <a:off x="12493809" y="7796284"/>
              <a:ext cx="2116800" cy="290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73C01D7-FEA7-403D-91CD-6C1E8DF366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30809" y="7733284"/>
                <a:ext cx="2242440" cy="4158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646140C-4551-4F30-9510-4F7B12E07173}"/>
              </a:ext>
            </a:extLst>
          </p:cNvPr>
          <p:cNvSpPr txBox="1"/>
          <p:nvPr/>
        </p:nvSpPr>
        <p:spPr>
          <a:xfrm>
            <a:off x="2641600" y="18310"/>
            <a:ext cx="774417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</a:p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A011E3-2ED5-47BB-BC5C-6B2357FC36A2}"/>
              </a:ext>
            </a:extLst>
          </p:cNvPr>
          <p:cNvSpPr txBox="1"/>
          <p:nvPr/>
        </p:nvSpPr>
        <p:spPr>
          <a:xfrm>
            <a:off x="1332089" y="1098255"/>
            <a:ext cx="1216942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Structure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 Foundation Building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 Generative Ai Fundamentals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 Kotlin And Android Basics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4 Industry Insights And Advanced Kotlin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5-7: System Design And Problem Solving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8: Google cloud concept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9-10:Analyze and Working 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codelabs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F0C600D-394B-405E-95E9-20DF58993DA0}"/>
                  </a:ext>
                </a:extLst>
              </p14:cNvPr>
              <p14:cNvContentPartPr/>
              <p14:nvPr/>
            </p14:nvContentPartPr>
            <p14:xfrm>
              <a:off x="4143249" y="2822164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F0C600D-394B-405E-95E9-20DF58993D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0249" y="275952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FB88C0-7635-4656-8C72-744D1B4E8C2B}"/>
                  </a:ext>
                </a:extLst>
              </p14:cNvPr>
              <p14:cNvContentPartPr/>
              <p14:nvPr/>
            </p14:nvContentPartPr>
            <p14:xfrm>
              <a:off x="4052529" y="3172084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FB88C0-7635-4656-8C72-744D1B4E8C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89529" y="3109444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5065D896-5264-429D-AECA-8F35EAAEBD28}"/>
              </a:ext>
            </a:extLst>
          </p:cNvPr>
          <p:cNvGrpSpPr/>
          <p:nvPr/>
        </p:nvGrpSpPr>
        <p:grpSpPr>
          <a:xfrm>
            <a:off x="3973689" y="3646204"/>
            <a:ext cx="360" cy="360"/>
            <a:chOff x="3973689" y="3646204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453E505-5156-4D34-A846-2C22BE2D38A0}"/>
                    </a:ext>
                  </a:extLst>
                </p14:cNvPr>
                <p14:cNvContentPartPr/>
                <p14:nvPr/>
              </p14:nvContentPartPr>
              <p14:xfrm>
                <a:off x="3973689" y="3646204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453E505-5156-4D34-A846-2C22BE2D38A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10689" y="3583564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491AD6A-ACF4-429F-8DBB-A984047699B5}"/>
                    </a:ext>
                  </a:extLst>
                </p14:cNvPr>
                <p14:cNvContentPartPr/>
                <p14:nvPr/>
              </p14:nvContentPartPr>
              <p14:xfrm>
                <a:off x="3973689" y="3646204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491AD6A-ACF4-429F-8DBB-A984047699B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10689" y="3583564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470C293-C82E-4B8E-96C3-6DF42F105E41}"/>
                    </a:ext>
                  </a:extLst>
                </p14:cNvPr>
                <p14:cNvContentPartPr/>
                <p14:nvPr/>
              </p14:nvContentPartPr>
              <p14:xfrm>
                <a:off x="3973689" y="3646204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470C293-C82E-4B8E-96C3-6DF42F105E4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10689" y="3583564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1356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E0EA26-F7FE-4D4F-8563-787477864256}"/>
              </a:ext>
            </a:extLst>
          </p:cNvPr>
          <p:cNvSpPr txBox="1"/>
          <p:nvPr/>
        </p:nvSpPr>
        <p:spPr>
          <a:xfrm>
            <a:off x="2864899" y="555908"/>
            <a:ext cx="7992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Times New Roman Bold" panose="02020803070505020304" pitchFamily="18" charset="0"/>
                <a:cs typeface="Times New Roman Bold" panose="020208030705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91EFC-C0CA-49BB-A3FF-497D9592CB56}"/>
              </a:ext>
            </a:extLst>
          </p:cNvPr>
          <p:cNvSpPr txBox="1"/>
          <p:nvPr/>
        </p:nvSpPr>
        <p:spPr>
          <a:xfrm>
            <a:off x="1712470" y="1699162"/>
            <a:ext cx="11479423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focuses on Android App Development using Generative AI.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learning Kotlin programming and Jetpack Compose UI design.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provides hands-on experience in developing mobile applications.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introduces modern tools and real-world development practices.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improves technical skills, problem-solving ability, and coding knowledge. </a:t>
            </a:r>
          </a:p>
          <a:p>
            <a:br>
              <a:rPr lang="en-US" sz="2000" dirty="0"/>
            </a:br>
            <a:endParaRPr lang="en-US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28DBB9E-925B-4C02-857E-BA5424E1FC38}"/>
                  </a:ext>
                </a:extLst>
              </p14:cNvPr>
              <p14:cNvContentPartPr/>
              <p14:nvPr/>
            </p14:nvContentPartPr>
            <p14:xfrm>
              <a:off x="12935529" y="7844884"/>
              <a:ext cx="1529280" cy="297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28DBB9E-925B-4C02-857E-BA5424E1FC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72529" y="7782244"/>
                <a:ext cx="1654920" cy="42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9863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71074" y="6868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3600" b="1" dirty="0">
                <a:solidFill>
                  <a:srgbClr val="1B1B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About Mind Matrix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3458408"/>
            <a:ext cx="306110" cy="30611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458408"/>
            <a:ext cx="306110" cy="306110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1734" y="3458408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466903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F08D9D9-9088-4B50-996E-2F146963521A}"/>
                  </a:ext>
                </a:extLst>
              </p14:cNvPr>
              <p14:cNvContentPartPr/>
              <p14:nvPr/>
            </p14:nvContentPartPr>
            <p14:xfrm>
              <a:off x="12523329" y="7807084"/>
              <a:ext cx="2022840" cy="2318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F08D9D9-9088-4B50-996E-2F146963521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460689" y="7744084"/>
                <a:ext cx="2148480" cy="357480"/>
              </a:xfrm>
              <a:prstGeom prst="rect">
                <a:avLst/>
              </a:prstGeom>
            </p:spPr>
          </p:pic>
        </mc:Fallback>
      </mc:AlternateContent>
      <p:pic>
        <p:nvPicPr>
          <p:cNvPr id="1028" name="Picture 4" descr="MindMatrixEd | LinkedIn">
            <a:extLst>
              <a:ext uri="{FF2B5EF4-FFF2-40B4-BE49-F238E27FC236}">
                <a16:creationId xmlns:a16="http://schemas.microsoft.com/office/drawing/2014/main" id="{578738A3-FE09-420F-A322-CA76DC18C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29" y="229375"/>
            <a:ext cx="1122449" cy="1563682"/>
          </a:xfrm>
          <a:prstGeom prst="round1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A29F63B-8EB5-D3EA-D701-7B8CF984E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487" y="-9402259"/>
            <a:ext cx="9003028" cy="16507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MindMatrix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an education and technology platform focused on skill development.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aims to bridge the gap between academic learning and industry requirements.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provides AI-powered learning and practical training programs.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offers hands-on project experience to prepare students for real-world careers.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MindMatrix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focuses on developing technical, problem-solving, and industry-ready skills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3176"/>
            <a:ext cx="74143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Times New Roman Bold" panose="02020803070505020304" pitchFamily="18" charset="0"/>
                <a:ea typeface="Raleway" pitchFamily="34" charset="-122"/>
                <a:cs typeface="Times New Roman Bold" panose="02020803070505020304" pitchFamily="18" charset="0"/>
              </a:rPr>
              <a:t>Week 1: Foundation Building</a:t>
            </a:r>
            <a:endParaRPr lang="en-US" sz="4450" b="1" dirty="0">
              <a:latin typeface="Times New Roman Bold" panose="02020803070505020304" pitchFamily="18" charset="0"/>
              <a:cs typeface="Times New Roman Bold" panose="020208030705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18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Times New Roman Bold" panose="02020803070505020304" pitchFamily="18" charset="0"/>
                <a:ea typeface="Raleway" pitchFamily="34" charset="-122"/>
                <a:cs typeface="Times New Roman Bold" panose="02020803070505020304" pitchFamily="18" charset="0"/>
              </a:rPr>
              <a:t>Setting the Stage</a:t>
            </a:r>
            <a:endParaRPr lang="en-US" sz="2200" b="1" dirty="0">
              <a:latin typeface="Times New Roman Bold" panose="02020803070505020304" pitchFamily="18" charset="0"/>
              <a:cs typeface="Times New Roman Bold" panose="020208030705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500074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The first week focused on understanding the internship structure and career opportunities in the AI era. I explored the platform and familiarized myself with essential tools and practices.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1784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Times New Roman Bold" panose="02020803070505020304" pitchFamily="18" charset="0"/>
                <a:ea typeface="Raleway" pitchFamily="34" charset="-122"/>
                <a:cs typeface="Times New Roman Bold" panose="02020803070505020304" pitchFamily="18" charset="0"/>
              </a:rPr>
              <a:t>Key Activities</a:t>
            </a:r>
            <a:endParaRPr lang="en-US" sz="2200" b="1" dirty="0">
              <a:latin typeface="Times New Roman Bold" panose="02020803070505020304" pitchFamily="18" charset="0"/>
              <a:cs typeface="Times New Roman Bold" panose="020208030705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759643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Updating LinkedIn profile for professional presence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Creating Google Developer profile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Exploring Google AI Studio capabilities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Learning about Google Cloud Console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99521" y="19472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599521" y="2345952"/>
            <a:ext cx="6244709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8039787" y="19828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Platform Registration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24575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Set up MindMatrix account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1903" y="32056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32960" y="3692563"/>
            <a:ext cx="6244709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8039787" y="32180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Profile Creation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56982" y="37702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Google Developer profile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56982" y="47404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591900" y="5184486"/>
            <a:ext cx="6244709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8039787" y="48049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Tool Exploration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70389" y="527588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Google AI Studio &amp; Cloud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E265E48-850F-45D2-B3A5-CCF3C42E8C43}"/>
                  </a:ext>
                </a:extLst>
              </p14:cNvPr>
              <p14:cNvContentPartPr/>
              <p14:nvPr/>
            </p14:nvContentPartPr>
            <p14:xfrm>
              <a:off x="12811689" y="7844524"/>
              <a:ext cx="1731960" cy="196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E265E48-850F-45D2-B3A5-CCF3C42E8C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48689" y="7781884"/>
                <a:ext cx="1857600" cy="321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67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Internship Structure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66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The</a:t>
            </a:r>
            <a:r>
              <a:rPr lang="en-US" sz="2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program followed a structured three-phase approach designed to build skills progressively</a:t>
            </a:r>
            <a:r>
              <a:rPr lang="en-US" sz="2000" dirty="0"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93788" y="2945186"/>
            <a:ext cx="3416966" cy="303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Phase 1</a:t>
            </a:r>
            <a:r>
              <a:rPr lang="en-US" sz="2200" b="1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: </a:t>
            </a:r>
            <a:r>
              <a:rPr lang="en-US" sz="2200" b="1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Onboarding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89" y="3408858"/>
            <a:ext cx="9196877" cy="1025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Platform registration, developer profile creation, and installing Android development tools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93789" y="3921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Phase 2: Training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93790" y="4344681"/>
            <a:ext cx="91399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Learning Kotlin programming fundamentals, Generative AI basics, and AI agent concepts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793788" y="4947285"/>
            <a:ext cx="42862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Phase 3: Project Development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793790" y="5451730"/>
            <a:ext cx="759385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Building Android applications and completing practical development tasks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09897D7-45F8-4629-AF80-ACB07866F4DB}"/>
                  </a:ext>
                </a:extLst>
              </p14:cNvPr>
              <p14:cNvContentPartPr/>
              <p14:nvPr/>
            </p14:nvContentPartPr>
            <p14:xfrm>
              <a:off x="12013569" y="7666684"/>
              <a:ext cx="2538360" cy="532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09897D7-45F8-4629-AF80-ACB07866F4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950569" y="7604044"/>
                <a:ext cx="2664000" cy="65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EA3331F-8FFF-4FAE-B8BF-95AC62BE9570}"/>
                  </a:ext>
                </a:extLst>
              </p14:cNvPr>
              <p14:cNvContentPartPr/>
              <p14:nvPr/>
            </p14:nvContentPartPr>
            <p14:xfrm>
              <a:off x="13704685" y="6389547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EA3331F-8FFF-4FAE-B8BF-95AC62BE957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641685" y="6326907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0486"/>
            <a:ext cx="97378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Tools, Technologies &amp; Key Takeaways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3062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Technical Stack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887385"/>
            <a:ext cx="5674743" cy="3107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Kotlin</a:t>
            </a:r>
            <a:r>
              <a:rPr lang="en-US" sz="20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– Primary programming language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Android Studio</a:t>
            </a:r>
            <a:r>
              <a:rPr lang="en-US" sz="20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– IDE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Jetpack Compose</a:t>
            </a:r>
            <a:r>
              <a:rPr lang="en-US" sz="20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– UI framework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Google AI Studio</a:t>
            </a:r>
            <a:r>
              <a:rPr lang="en-US" sz="20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– AI tools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Google Cloud Console</a:t>
            </a:r>
            <a:r>
              <a:rPr lang="en-US" sz="20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– Cloud services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GitHub</a:t>
            </a:r>
            <a:r>
              <a:rPr lang="en-US" sz="20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– Version control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99521" y="23062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Skills Developed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2887385"/>
            <a:ext cx="6237089" cy="2790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Android app development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Generative AI integration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UI/UX design principles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System architecture thinking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Professional communication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Problem-solving methodologies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9236B2D-277D-4F19-A0B0-669BABF33211}"/>
                  </a:ext>
                </a:extLst>
              </p14:cNvPr>
              <p14:cNvContentPartPr/>
              <p14:nvPr/>
            </p14:nvContentPartPr>
            <p14:xfrm>
              <a:off x="13659489" y="7845604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9236B2D-277D-4F19-A0B0-669BABF332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96489" y="778296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E4C1C31-DAFF-46DE-B61A-844542C1AA96}"/>
                  </a:ext>
                </a:extLst>
              </p14:cNvPr>
              <p14:cNvContentPartPr/>
              <p14:nvPr/>
            </p14:nvContentPartPr>
            <p14:xfrm>
              <a:off x="12771009" y="7732924"/>
              <a:ext cx="1745280" cy="488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E4C1C31-DAFF-46DE-B61A-844542C1AA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08009" y="7669924"/>
                <a:ext cx="1870920" cy="61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40368" y="1052846"/>
            <a:ext cx="96057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Week 2: Generative AI Fundamentals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2B2FCEE-139D-4F7C-9835-0AA01293CF2D}"/>
                  </a:ext>
                </a:extLst>
              </p14:cNvPr>
              <p14:cNvContentPartPr/>
              <p14:nvPr/>
            </p14:nvContentPartPr>
            <p14:xfrm>
              <a:off x="12449529" y="7705564"/>
              <a:ext cx="2121480" cy="427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2B2FCEE-139D-4F7C-9835-0AA01293CF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86529" y="7642924"/>
                <a:ext cx="2247120" cy="55296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C74DA0E-6BBB-4AF9-A73F-9820A4D3CE76}"/>
              </a:ext>
            </a:extLst>
          </p:cNvPr>
          <p:cNvSpPr txBox="1"/>
          <p:nvPr/>
        </p:nvSpPr>
        <p:spPr>
          <a:xfrm>
            <a:off x="1794933" y="2269499"/>
            <a:ext cx="11367911" cy="4922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about Generative AI and the basics of Natural Language Processing (NLP) and how they are used to build intelligent agents.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understood how AI agents work and how platforms like Salesforce AI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Agentforce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automate tasks such as client support and bookings.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explored project collaboration tools such as Discord for communication and GitHub/GitLab for managing project repositories.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about the Industry Readiness Framework and the skills companies expect from candidates, such as technical depth and problem-solving 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25790" y="873939"/>
            <a:ext cx="82313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Week 3: Kotlin &amp; Android Basics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2813" y="1865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Learning Stack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92190" y="2324443"/>
            <a:ext cx="4828077" cy="232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Kotlin programming fundamentals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Android Studio setup and configuration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Emulator setup and testing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UI design with Jetpack Compose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2190" y="46296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Hands-On Projects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5693" y="52304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Built several practice applications to solidify concepts: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6774" y="5593311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Font typeface="+mj-lt"/>
              <a:buAutoNum type="arabicPeriod"/>
            </a:pPr>
            <a:r>
              <a:rPr lang="en-US" sz="175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Hello Android</a:t>
            </a: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– Basic app structure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SzPct val="100000"/>
              <a:buFont typeface="+mj-lt"/>
              <a:buAutoNum type="arabicPeriod" startAt="2"/>
            </a:pPr>
            <a:r>
              <a:rPr lang="en-US" sz="175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Birthday Card</a:t>
            </a: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– UI customization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SzPct val="100000"/>
              <a:buFont typeface="+mj-lt"/>
              <a:buAutoNum type="arabicPeriod" startAt="3"/>
            </a:pPr>
            <a:r>
              <a:rPr lang="en-US" sz="175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Business Card</a:t>
            </a:r>
            <a:r>
              <a:rPr lang="en-US" sz="17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– Layout design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8968536-5446-43D8-B52D-F0C30C7E75AA}"/>
                  </a:ext>
                </a:extLst>
              </p14:cNvPr>
              <p14:cNvContentPartPr/>
              <p14:nvPr/>
            </p14:nvContentPartPr>
            <p14:xfrm>
              <a:off x="12925449" y="7879444"/>
              <a:ext cx="436320" cy="16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8968536-5446-43D8-B52D-F0C30C7E75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71809" y="7771444"/>
                <a:ext cx="5439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73BBA6A-C4C5-429D-9400-7A3CDD333819}"/>
                  </a:ext>
                </a:extLst>
              </p14:cNvPr>
              <p14:cNvContentPartPr/>
              <p14:nvPr/>
            </p14:nvContentPartPr>
            <p14:xfrm>
              <a:off x="13336929" y="7981324"/>
              <a:ext cx="29520" cy="9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73BBA6A-C4C5-429D-9400-7A3CDD33381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282929" y="7873324"/>
                <a:ext cx="1371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655BCFA-5277-4875-8760-71903A6E0792}"/>
                  </a:ext>
                </a:extLst>
              </p14:cNvPr>
              <p14:cNvContentPartPr/>
              <p14:nvPr/>
            </p14:nvContentPartPr>
            <p14:xfrm>
              <a:off x="12674169" y="7891324"/>
              <a:ext cx="556560" cy="112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655BCFA-5277-4875-8760-71903A6E07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620529" y="7783684"/>
                <a:ext cx="66420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17FF016-9F1A-489F-8A58-207BA0738A39}"/>
                  </a:ext>
                </a:extLst>
              </p14:cNvPr>
              <p14:cNvContentPartPr/>
              <p14:nvPr/>
            </p14:nvContentPartPr>
            <p14:xfrm>
              <a:off x="13039569" y="7972324"/>
              <a:ext cx="451080" cy="54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17FF016-9F1A-489F-8A58-207BA0738A3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985569" y="7864324"/>
                <a:ext cx="55872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B082883-1E0A-404E-8695-7424AA2756FB}"/>
                  </a:ext>
                </a:extLst>
              </p14:cNvPr>
              <p14:cNvContentPartPr/>
              <p14:nvPr/>
            </p14:nvContentPartPr>
            <p14:xfrm>
              <a:off x="13144689" y="7913644"/>
              <a:ext cx="888480" cy="239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B082883-1E0A-404E-8695-7424AA2756F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090689" y="7805644"/>
                <a:ext cx="996120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7719323-BBE7-49C1-B3F9-99B55586793B}"/>
                  </a:ext>
                </a:extLst>
              </p14:cNvPr>
              <p14:cNvContentPartPr/>
              <p14:nvPr/>
            </p14:nvContentPartPr>
            <p14:xfrm>
              <a:off x="13483809" y="8094289"/>
              <a:ext cx="413280" cy="23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7719323-BBE7-49C1-B3F9-99B55586793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429809" y="7986289"/>
                <a:ext cx="52092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894EC80-508D-404D-AB0D-C8128CC1F5CE}"/>
                  </a:ext>
                </a:extLst>
              </p14:cNvPr>
              <p14:cNvContentPartPr/>
              <p14:nvPr/>
            </p14:nvContentPartPr>
            <p14:xfrm>
              <a:off x="12538449" y="7847689"/>
              <a:ext cx="939240" cy="126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894EC80-508D-404D-AB0D-C8128CC1F5C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484449" y="7740049"/>
                <a:ext cx="104688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77C2EF6-7A49-4ED8-A30D-910EF34811CF}"/>
                  </a:ext>
                </a:extLst>
              </p14:cNvPr>
              <p14:cNvContentPartPr/>
              <p14:nvPr/>
            </p14:nvContentPartPr>
            <p14:xfrm>
              <a:off x="12201849" y="7803049"/>
              <a:ext cx="2545200" cy="3592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77C2EF6-7A49-4ED8-A30D-910EF34811C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138849" y="7740049"/>
                <a:ext cx="2670840" cy="48492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C2427276-4B30-E88F-86BC-9D4687AAD32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36842" y="1504375"/>
            <a:ext cx="5552087" cy="322509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20B365F-AB11-385A-298A-AEC3574200E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69344" y="4840068"/>
            <a:ext cx="5887081" cy="3231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2641" y="635939"/>
            <a:ext cx="114251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Week 4: Industry Insights &amp; Advanced Kotlin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6E5FCB6-238D-488D-9101-5AE758501AD4}"/>
                  </a:ext>
                </a:extLst>
              </p14:cNvPr>
              <p14:cNvContentPartPr/>
              <p14:nvPr/>
            </p14:nvContentPartPr>
            <p14:xfrm>
              <a:off x="12682089" y="7614844"/>
              <a:ext cx="1763640" cy="4748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6E5FCB6-238D-488D-9101-5AE758501AD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619449" y="7552204"/>
                <a:ext cx="1889280" cy="6004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8036046-B014-4B0F-96B8-9C347F9BB8BA}"/>
              </a:ext>
            </a:extLst>
          </p:cNvPr>
          <p:cNvSpPr txBox="1"/>
          <p:nvPr/>
        </p:nvSpPr>
        <p:spPr>
          <a:xfrm>
            <a:off x="801511" y="1729796"/>
            <a:ext cx="7349067" cy="585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about the relationship between scope, quality, and time in project development, and how balancing these factors is important in industry projects.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understood the recruitment and selection process, including aptitude tests, group discussions, technical interviews, and the PREP method for structured communication.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improved my Kotlin programming knowledge, including concepts like classes, interfaces, lambda expressions, generics, and collections.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problem-solving and decision-making techniques such as Root Cause Analysis, the Plan–Do–Check–Act (PDCA) cycle, and DMAIC for continuous improvement.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also practiced Android development concepts, including Jetpack Compose UI design, state management, rows and columns, and connecting the emulator with a device.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9470F-7286-43AD-BC35-064C48E6B7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6621" y="2402112"/>
            <a:ext cx="5122268" cy="40514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3056" y="637989"/>
            <a:ext cx="111167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Week 5-7: System Design &amp; Problem Solving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8224" y="4396859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FFFE552-0B5C-48BA-BB9E-6FF80B763696}"/>
                  </a:ext>
                </a:extLst>
              </p14:cNvPr>
              <p14:cNvContentPartPr/>
              <p14:nvPr/>
            </p14:nvContentPartPr>
            <p14:xfrm>
              <a:off x="12742929" y="7772164"/>
              <a:ext cx="1727640" cy="369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FFFE552-0B5C-48BA-BB9E-6FF80B7636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79929" y="7709164"/>
                <a:ext cx="1853280" cy="495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C239854-F1E3-4E41-ACDA-288BE352C12A}"/>
              </a:ext>
            </a:extLst>
          </p:cNvPr>
          <p:cNvSpPr txBox="1"/>
          <p:nvPr/>
        </p:nvSpPr>
        <p:spPr>
          <a:xfrm>
            <a:off x="1219200" y="1681793"/>
            <a:ext cx="7089422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important system design concepts such as Gatekeeper, Doctor, and Critical Path, which help in maintaining system quality and identifying deeper issues.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practiced Jetpack Compose concepts, including creating lists using LazyColumn, using data classes, and customizing UI elements like icons and padding.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explored Material Theming and animations in Jetpack Compose to improve the user interface and user experience of Android applications.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problem-solving techniques such as the 5 Whys method and the Ishikawa diagram to identify root causes of problems.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also understood the importance of accessibility, UI consistency, and performance optimization while developing Android applications.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8F467E-4608-40EE-94FE-400504BF19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598" y="1840158"/>
            <a:ext cx="5450816" cy="42219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ACE1CF-6356-6CEF-B196-BC583323DF8D}"/>
              </a:ext>
            </a:extLst>
          </p:cNvPr>
          <p:cNvSpPr txBox="1"/>
          <p:nvPr/>
        </p:nvSpPr>
        <p:spPr>
          <a:xfrm>
            <a:off x="1471961" y="595919"/>
            <a:ext cx="107163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Week 8: Google Cloud Concept</a:t>
            </a:r>
            <a:endParaRPr lang="en-IN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96769F-4098-725B-2192-713C67099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800" y="1673224"/>
            <a:ext cx="2924583" cy="7430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D7D968-2A35-796F-4825-7350CD3A5A31}"/>
              </a:ext>
            </a:extLst>
          </p:cNvPr>
          <p:cNvSpPr txBox="1"/>
          <p:nvPr/>
        </p:nvSpPr>
        <p:spPr>
          <a:xfrm>
            <a:off x="1059366" y="1765129"/>
            <a:ext cx="7593981" cy="544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the fundamentals of Google Cloud, including its core services such as Compute Engine, Cloud Storage, and Cloud Functions, which are essential for building scalable applications.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explored cloud computing concepts like Infrastructure as a Service (IaaS), Platform as a Service (PaaS), and deployment models to understand how applications are hosted and managed in the cloud.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practiced working with Google Cloud Console, creating virtual machines, and managing resources efficiently.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gained knowledge about cloud security practices, including Identity and Access Management (IAM), data protection, and secure authentication methods.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understood the importance of scalability, reliability, and cost optimization while designing cloud-based solutions.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899BCE-7CD5-3D4C-D40F-44D2B5677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114" y="2724142"/>
            <a:ext cx="5656217" cy="357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179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2DC35B-1008-21DE-5097-5D37BB1AE2F4}"/>
              </a:ext>
            </a:extLst>
          </p:cNvPr>
          <p:cNvSpPr txBox="1"/>
          <p:nvPr/>
        </p:nvSpPr>
        <p:spPr>
          <a:xfrm>
            <a:off x="1081668" y="495559"/>
            <a:ext cx="13370312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5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Week 9-10:Analysing and working on </a:t>
            </a:r>
            <a:r>
              <a:rPr lang="en-US" sz="4450" b="1" dirty="0" err="1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Codelabs</a:t>
            </a:r>
            <a:r>
              <a:rPr lang="en-US" sz="445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</a:t>
            </a:r>
            <a:endParaRPr lang="en-IN" sz="4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F0140A-11C1-CA23-1A7B-4B358F0B2186}"/>
              </a:ext>
            </a:extLst>
          </p:cNvPr>
          <p:cNvSpPr txBox="1"/>
          <p:nvPr/>
        </p:nvSpPr>
        <p:spPr>
          <a:xfrm>
            <a:off x="1081668" y="1623400"/>
            <a:ext cx="7315200" cy="586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worked on multiple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codelabs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Android Developers that helped me understand advanced Jetpack Compose concepts like UI design, state management, and app architecture. These pathways focus on building real-world Android applications step by step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these pathways, I learned how to create interactive UI components, manage user input, and handle application state effectively, which is essential for building dynamic Android apps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also gained knowledge of Kotlin programming concepts such as collections, higher-order functions, and data handling, which are widely used in modern Android development.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I explored Material Design, animations, and accessibility features to enhance user experience and build visually appealing and user-friendly applications.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8264F9-5C72-FA55-6576-7DEA14B03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555" y="1789770"/>
            <a:ext cx="5419493" cy="25926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63C0C7-638C-DEC2-5D64-EC36D945D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2555" y="4750420"/>
            <a:ext cx="5575610" cy="286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177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1034" y="1030486"/>
            <a:ext cx="97378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9236B2D-277D-4F19-A0B0-669BABF33211}"/>
                  </a:ext>
                </a:extLst>
              </p14:cNvPr>
              <p14:cNvContentPartPr/>
              <p14:nvPr/>
            </p14:nvContentPartPr>
            <p14:xfrm>
              <a:off x="13659489" y="7845604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9236B2D-277D-4F19-A0B0-669BABF332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96489" y="778260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E4C1C31-DAFF-46DE-B61A-844542C1AA96}"/>
                  </a:ext>
                </a:extLst>
              </p14:cNvPr>
              <p14:cNvContentPartPr/>
              <p14:nvPr/>
            </p14:nvContentPartPr>
            <p14:xfrm>
              <a:off x="12771009" y="7732924"/>
              <a:ext cx="1745280" cy="488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E4C1C31-DAFF-46DE-B61A-844542C1AA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08009" y="7669924"/>
                <a:ext cx="1870920" cy="6138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1D9C1B8-9759-47C5-B759-CC1A0E724D42}"/>
              </a:ext>
            </a:extLst>
          </p:cNvPr>
          <p:cNvSpPr txBox="1"/>
          <p:nvPr/>
        </p:nvSpPr>
        <p:spPr>
          <a:xfrm>
            <a:off x="857956" y="2257778"/>
            <a:ext cx="128018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helped me gain practical knowledge in Android app development, Kotlin programming, and Generative AI.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also learned about industry expectations, problem-solving, and professional skills.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experience improved my technical abilities and gave me better understanding of real-world software development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5972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1155</Words>
  <Application>Microsoft Office PowerPoint</Application>
  <PresentationFormat>Custom</PresentationFormat>
  <Paragraphs>170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Times New Roman Bold</vt:lpstr>
      <vt:lpstr>Raleway</vt:lpstr>
      <vt:lpstr>Roboto</vt:lpstr>
      <vt:lpstr>Times New Roman</vt:lpstr>
      <vt:lpstr>Wingdings</vt:lpstr>
      <vt:lpstr>Raleway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lastModifiedBy>Vismaya T M</cp:lastModifiedBy>
  <cp:revision>27</cp:revision>
  <dcterms:created xsi:type="dcterms:W3CDTF">2026-03-14T10:11:22Z</dcterms:created>
  <dcterms:modified xsi:type="dcterms:W3CDTF">2026-04-14T03:17:38Z</dcterms:modified>
</cp:coreProperties>
</file>